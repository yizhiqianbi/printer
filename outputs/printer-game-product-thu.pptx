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937" r:id="rId3"/>
    <p:sldMasterId id="2147483956" r:id="rId4"/>
    <p:sldMasterId id="2147483975" r:id="rId5"/>
    <p:sldMasterId id="2147483994" r:id="rId6"/>
    <p:sldMasterId id="2147484013" r:id="rId7"/>
    <p:sldMasterId id="2147484019" r:id="rId8"/>
  </p:sldMasterIdLst>
  <p:notesMasterIdLst>
    <p:notesMasterId r:id="rId10"/>
  </p:notesMasterIdLst>
  <p:sldIdLst>
    <p:sldId id="256" r:id="rId9"/>
    <p:sldId id="267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1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3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3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6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764DE79-268F-4C1A-8933-263129D2AF90}" type="datetimeFigureOut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8F63A3B-78C7-47BE-AE5E-E10140E04643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 rotWithShape="1">
          <a:blip r:embed="rId2"/>
          <a:srcRect l="3689"/>
          <a:stretch>
            <a:fillRect/>
          </a:stretch>
        </p:blipFill>
        <p:spPr>
          <a:xfrm>
            <a:off x="0" y="0"/>
            <a:ext cx="11774078" cy="6858000"/>
          </a:xfrm>
          <a:prstGeom prst="rect">
            <a:avLst/>
          </a:prstGeom>
        </p:spPr>
      </p:pic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417922" y="327419"/>
            <a:ext cx="11097138" cy="511567"/>
          </a:xfrm>
        </p:spPr>
        <p:txBody>
          <a:bodyPr>
            <a:noAutofit/>
          </a:bodyPr>
          <a:lstStyle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11021640" y="341423"/>
            <a:ext cx="852379" cy="852379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377086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5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11101608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6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441629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7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441629" y="5754580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8447726" y="2373720"/>
            <a:ext cx="2559388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3_Title Only">
    <p:spTree>
      <p:nvGrpSpPr>
        <p:cNvPr id="1" name=""/>
        <p:cNvGrpSpPr/>
        <p:nvPr/>
      </p:nvGrpSpPr>
      <p:grpSpPr/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1710331" y="1822427"/>
            <a:ext cx="2894076" cy="2485018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6_Title Only">
    <p:spTree>
      <p:nvGrpSpPr>
        <p:cNvPr id="1" name=""/>
        <p:cNvGrpSpPr/>
        <p:nvPr/>
      </p:nvGrpSpPr>
      <p:grpSpPr/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7069731" y="114301"/>
            <a:ext cx="2894076" cy="4193144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9_Title Only">
    <p:spTree>
      <p:nvGrpSpPr>
        <p:cNvPr id="1" name=""/>
        <p:cNvGrpSpPr/>
        <p:nvPr/>
      </p:nvGrpSpPr>
      <p:grpSpPr/>
      <p:sp>
        <p:nvSpPr>
          <p:cNvPr id="5" name="Freeform 20"/>
          <p:cNvSpPr>
            <a:spLocks noGrp="1"/>
          </p:cNvSpPr>
          <p:nvPr/>
        </p:nvSpPr>
        <p:spPr>
          <a:xfrm>
            <a:off x="414671" y="0"/>
            <a:ext cx="11777328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8_Title Only">
    <p:spTree>
      <p:nvGrpSpPr>
        <p:cNvPr id="1" name=""/>
        <p:cNvGrpSpPr/>
        <p:nvPr/>
      </p:nvGrpSpPr>
      <p:grpSpPr/>
      <p:sp>
        <p:nvSpPr>
          <p:cNvPr id="5" name="Freeform 20"/>
          <p:cNvSpPr>
            <a:spLocks noGrp="1"/>
          </p:cNvSpPr>
          <p:nvPr/>
        </p:nvSpPr>
        <p:spPr>
          <a:xfrm flipV="1">
            <a:off x="-2" y="0"/>
            <a:ext cx="1184467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9_Title Only">
    <p:spTree>
      <p:nvGrpSpPr>
        <p:cNvPr id="1" name=""/>
        <p:cNvGrpSpPr/>
        <p:nvPr/>
      </p:nvGrpSpPr>
      <p:grpSpPr/>
      <p:sp>
        <p:nvSpPr>
          <p:cNvPr id="2" name="Picture Placeholder 2"/>
          <p:cNvSpPr>
            <a:spLocks noGrp="1"/>
          </p:cNvSpPr>
          <p:nvPr>
            <p:ph type="pic" idx="13"/>
          </p:nvPr>
        </p:nvSpPr>
        <p:spPr>
          <a:xfrm>
            <a:off x="803275" y="4814948"/>
            <a:ext cx="1220091" cy="122009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0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4"/>
          </p:nvPr>
        </p:nvSpPr>
        <p:spPr>
          <a:xfrm>
            <a:off x="548967" y="1154519"/>
            <a:ext cx="3840527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1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4"/>
          </p:nvPr>
        </p:nvSpPr>
        <p:spPr>
          <a:xfrm>
            <a:off x="238125" y="4739930"/>
            <a:ext cx="3857625" cy="1882543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4"/>
          </p:nvPr>
        </p:nvSpPr>
        <p:spPr>
          <a:xfrm>
            <a:off x="238125" y="1746947"/>
            <a:ext cx="4151369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3_Title Only">
    <p:spTree>
      <p:nvGrpSpPr>
        <p:cNvPr id="1" name=""/>
        <p:cNvGrpSpPr/>
        <p:nvPr/>
      </p:nvGrpSpPr>
      <p:grpSpPr/>
      <p:sp>
        <p:nvSpPr>
          <p:cNvPr id="5" name="Picture Placeholder 2"/>
          <p:cNvSpPr>
            <a:spLocks noGrp="1"/>
          </p:cNvSpPr>
          <p:nvPr>
            <p:ph type="pic" idx="14"/>
          </p:nvPr>
        </p:nvSpPr>
        <p:spPr>
          <a:xfrm>
            <a:off x="238125" y="2599372"/>
            <a:ext cx="7176175" cy="214390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4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4"/>
          </p:nvPr>
        </p:nvSpPr>
        <p:spPr>
          <a:xfrm>
            <a:off x="7802505" y="1154519"/>
            <a:ext cx="3840527" cy="2326618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61775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10065563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61775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3" name="Picture Placeholder 3"/>
          <p:cNvSpPr>
            <a:spLocks noGrp="1"/>
          </p:cNvSpPr>
          <p:nvPr>
            <p:ph type="pic" idx="11"/>
          </p:nvPr>
        </p:nvSpPr>
        <p:spPr>
          <a:xfrm>
            <a:off x="3222898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5" name="Picture Placeholder 3"/>
          <p:cNvSpPr>
            <a:spLocks noGrp="1"/>
          </p:cNvSpPr>
          <p:nvPr>
            <p:ph type="pic" idx="12"/>
          </p:nvPr>
        </p:nvSpPr>
        <p:spPr>
          <a:xfrm>
            <a:off x="5484021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6" name="Picture Placeholder 3"/>
          <p:cNvSpPr>
            <a:spLocks noGrp="1"/>
          </p:cNvSpPr>
          <p:nvPr>
            <p:ph type="pic" idx="13"/>
          </p:nvPr>
        </p:nvSpPr>
        <p:spPr>
          <a:xfrm>
            <a:off x="7745144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4"/>
          </p:nvPr>
        </p:nvSpPr>
        <p:spPr>
          <a:xfrm>
            <a:off x="10006267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61775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3" name="Picture Placeholder 3"/>
          <p:cNvSpPr>
            <a:spLocks noGrp="1"/>
          </p:cNvSpPr>
          <p:nvPr>
            <p:ph type="pic" idx="11"/>
          </p:nvPr>
        </p:nvSpPr>
        <p:spPr>
          <a:xfrm>
            <a:off x="2823599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5" name="Picture Placeholder 3"/>
          <p:cNvSpPr>
            <a:spLocks noGrp="1"/>
          </p:cNvSpPr>
          <p:nvPr>
            <p:ph type="pic" idx="12"/>
          </p:nvPr>
        </p:nvSpPr>
        <p:spPr>
          <a:xfrm>
            <a:off x="4685423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6" name="Picture Placeholder 3"/>
          <p:cNvSpPr>
            <a:spLocks noGrp="1"/>
          </p:cNvSpPr>
          <p:nvPr>
            <p:ph type="pic" idx="13"/>
          </p:nvPr>
        </p:nvSpPr>
        <p:spPr>
          <a:xfrm>
            <a:off x="6547247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4"/>
          </p:nvPr>
        </p:nvSpPr>
        <p:spPr>
          <a:xfrm>
            <a:off x="8409071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9" name="Picture Placeholder 3"/>
          <p:cNvSpPr>
            <a:spLocks noGrp="1"/>
          </p:cNvSpPr>
          <p:nvPr>
            <p:ph type="pic" idx="16"/>
          </p:nvPr>
        </p:nvSpPr>
        <p:spPr>
          <a:xfrm>
            <a:off x="10270893" y="4037675"/>
            <a:ext cx="1731871" cy="1952818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/>
      <p:sp>
        <p:nvSpPr>
          <p:cNvPr id="10" name="Picture Placeholder 3"/>
          <p:cNvSpPr>
            <a:spLocks noGrp="1"/>
          </p:cNvSpPr>
          <p:nvPr>
            <p:ph type="pic" idx="17"/>
          </p:nvPr>
        </p:nvSpPr>
        <p:spPr>
          <a:xfrm>
            <a:off x="9420281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61775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8" name="Picture Placeholder 3"/>
          <p:cNvSpPr>
            <a:spLocks noGrp="1"/>
          </p:cNvSpPr>
          <p:nvPr>
            <p:ph type="pic" idx="15"/>
          </p:nvPr>
        </p:nvSpPr>
        <p:spPr>
          <a:xfrm>
            <a:off x="3781277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9" name="Picture Placeholder 3"/>
          <p:cNvSpPr>
            <a:spLocks noGrp="1"/>
          </p:cNvSpPr>
          <p:nvPr>
            <p:ph type="pic" idx="16"/>
          </p:nvPr>
        </p:nvSpPr>
        <p:spPr>
          <a:xfrm>
            <a:off x="6600779" y="192505"/>
            <a:ext cx="2592000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10065563" y="19250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3" name="Picture Placeholder 3"/>
          <p:cNvSpPr>
            <a:spLocks noGrp="1"/>
          </p:cNvSpPr>
          <p:nvPr>
            <p:ph type="pic" idx="11"/>
          </p:nvPr>
        </p:nvSpPr>
        <p:spPr>
          <a:xfrm>
            <a:off x="10065563" y="2696555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1135946" y="3905161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6" name="Picture Placeholder 3"/>
          <p:cNvSpPr>
            <a:spLocks noGrp="1"/>
          </p:cNvSpPr>
          <p:nvPr>
            <p:ph type="pic" idx="11"/>
          </p:nvPr>
        </p:nvSpPr>
        <p:spPr>
          <a:xfrm>
            <a:off x="4706460" y="5365661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61775" y="2298031"/>
            <a:ext cx="2006015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1042295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1"/>
          </p:nvPr>
        </p:nvSpPr>
        <p:spPr>
          <a:xfrm>
            <a:off x="1042295" y="1685962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10" name="Picture Placeholder 3"/>
          <p:cNvSpPr>
            <a:spLocks noGrp="1"/>
          </p:cNvSpPr>
          <p:nvPr>
            <p:ph type="pic" idx="12"/>
          </p:nvPr>
        </p:nvSpPr>
        <p:spPr>
          <a:xfrm>
            <a:off x="1042295" y="2933858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13" name="Picture Placeholder 3"/>
          <p:cNvSpPr>
            <a:spLocks noGrp="1"/>
          </p:cNvSpPr>
          <p:nvPr>
            <p:ph type="pic" idx="13"/>
          </p:nvPr>
        </p:nvSpPr>
        <p:spPr>
          <a:xfrm>
            <a:off x="1042295" y="4181754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14" name="Picture Placeholder 3"/>
          <p:cNvSpPr>
            <a:spLocks noGrp="1"/>
          </p:cNvSpPr>
          <p:nvPr>
            <p:ph type="pic" idx="14"/>
          </p:nvPr>
        </p:nvSpPr>
        <p:spPr>
          <a:xfrm>
            <a:off x="1042295" y="5429649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1042295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1"/>
          </p:nvPr>
        </p:nvSpPr>
        <p:spPr>
          <a:xfrm>
            <a:off x="2407632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8" name="Picture Placeholder 3"/>
          <p:cNvSpPr>
            <a:spLocks noGrp="1"/>
          </p:cNvSpPr>
          <p:nvPr>
            <p:ph type="pic" idx="15"/>
          </p:nvPr>
        </p:nvSpPr>
        <p:spPr>
          <a:xfrm>
            <a:off x="3772969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9" name="Picture Placeholder 3"/>
          <p:cNvSpPr>
            <a:spLocks noGrp="1"/>
          </p:cNvSpPr>
          <p:nvPr>
            <p:ph type="pic" idx="16"/>
          </p:nvPr>
        </p:nvSpPr>
        <p:spPr>
          <a:xfrm>
            <a:off x="5138306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11" name="Picture Placeholder 3"/>
          <p:cNvSpPr>
            <a:spLocks noGrp="1"/>
          </p:cNvSpPr>
          <p:nvPr>
            <p:ph type="pic" idx="17"/>
          </p:nvPr>
        </p:nvSpPr>
        <p:spPr>
          <a:xfrm>
            <a:off x="6503643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12" name="Picture Placeholder 3"/>
          <p:cNvSpPr>
            <a:spLocks noGrp="1"/>
          </p:cNvSpPr>
          <p:nvPr>
            <p:ph type="pic" idx="18"/>
          </p:nvPr>
        </p:nvSpPr>
        <p:spPr>
          <a:xfrm>
            <a:off x="7868979" y="438066"/>
            <a:ext cx="954124" cy="954124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1042295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1"/>
          </p:nvPr>
        </p:nvSpPr>
        <p:spPr>
          <a:xfrm>
            <a:off x="2295681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8" name="Picture Placeholder 3"/>
          <p:cNvSpPr>
            <a:spLocks noGrp="1"/>
          </p:cNvSpPr>
          <p:nvPr>
            <p:ph type="pic" idx="15"/>
          </p:nvPr>
        </p:nvSpPr>
        <p:spPr>
          <a:xfrm>
            <a:off x="3549067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9" name="Picture Placeholder 3"/>
          <p:cNvSpPr>
            <a:spLocks noGrp="1"/>
          </p:cNvSpPr>
          <p:nvPr>
            <p:ph type="pic" idx="16"/>
          </p:nvPr>
        </p:nvSpPr>
        <p:spPr>
          <a:xfrm>
            <a:off x="4802453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11" name="Picture Placeholder 3"/>
          <p:cNvSpPr>
            <a:spLocks noGrp="1"/>
          </p:cNvSpPr>
          <p:nvPr>
            <p:ph type="pic" idx="17"/>
          </p:nvPr>
        </p:nvSpPr>
        <p:spPr>
          <a:xfrm>
            <a:off x="6055839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12" name="Picture Placeholder 3"/>
          <p:cNvSpPr>
            <a:spLocks noGrp="1"/>
          </p:cNvSpPr>
          <p:nvPr>
            <p:ph type="pic" idx="18"/>
          </p:nvPr>
        </p:nvSpPr>
        <p:spPr>
          <a:xfrm>
            <a:off x="7309225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10" name="Picture Placeholder 3"/>
          <p:cNvSpPr>
            <a:spLocks noGrp="1"/>
          </p:cNvSpPr>
          <p:nvPr>
            <p:ph type="pic" idx="19"/>
          </p:nvPr>
        </p:nvSpPr>
        <p:spPr>
          <a:xfrm>
            <a:off x="8562611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13" name="Picture Placeholder 3"/>
          <p:cNvSpPr>
            <a:spLocks noGrp="1"/>
          </p:cNvSpPr>
          <p:nvPr>
            <p:ph type="pic" idx="20"/>
          </p:nvPr>
        </p:nvSpPr>
        <p:spPr>
          <a:xfrm>
            <a:off x="9815997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14" name="Picture Placeholder 3"/>
          <p:cNvSpPr>
            <a:spLocks noGrp="1"/>
          </p:cNvSpPr>
          <p:nvPr>
            <p:ph type="pic" idx="21"/>
          </p:nvPr>
        </p:nvSpPr>
        <p:spPr>
          <a:xfrm>
            <a:off x="11069380" y="4719683"/>
            <a:ext cx="859393" cy="859393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5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270559" y="201168"/>
            <a:ext cx="1141320" cy="114132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6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270559" y="277056"/>
            <a:ext cx="1065432" cy="106543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7895968" y="364329"/>
            <a:ext cx="3998925" cy="2292373"/>
          </a:xfrm>
          <a:prstGeom prst="roundRect">
            <a:avLst>
              <a:gd name="adj" fmla="val 9126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8915401" y="239152"/>
            <a:ext cx="2973298" cy="2168644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7060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1"/>
          </p:nvPr>
        </p:nvSpPr>
        <p:spPr>
          <a:xfrm>
            <a:off x="209242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8" name="Picture Placeholder 3"/>
          <p:cNvSpPr>
            <a:spLocks noGrp="1"/>
          </p:cNvSpPr>
          <p:nvPr>
            <p:ph type="pic" idx="15"/>
          </p:nvPr>
        </p:nvSpPr>
        <p:spPr>
          <a:xfrm>
            <a:off x="3478776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9" name="Picture Placeholder 3"/>
          <p:cNvSpPr>
            <a:spLocks noGrp="1"/>
          </p:cNvSpPr>
          <p:nvPr>
            <p:ph type="pic" idx="16"/>
          </p:nvPr>
        </p:nvSpPr>
        <p:spPr>
          <a:xfrm>
            <a:off x="4865128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1" name="Picture Placeholder 3"/>
          <p:cNvSpPr>
            <a:spLocks noGrp="1"/>
          </p:cNvSpPr>
          <p:nvPr>
            <p:ph type="pic" idx="17"/>
          </p:nvPr>
        </p:nvSpPr>
        <p:spPr>
          <a:xfrm>
            <a:off x="6251480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2" name="Picture Placeholder 3"/>
          <p:cNvSpPr>
            <a:spLocks noGrp="1"/>
          </p:cNvSpPr>
          <p:nvPr>
            <p:ph type="pic" idx="18"/>
          </p:nvPr>
        </p:nvSpPr>
        <p:spPr>
          <a:xfrm>
            <a:off x="763783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0" name="Picture Placeholder 3"/>
          <p:cNvSpPr>
            <a:spLocks noGrp="1"/>
          </p:cNvSpPr>
          <p:nvPr>
            <p:ph type="pic" idx="19"/>
          </p:nvPr>
        </p:nvSpPr>
        <p:spPr>
          <a:xfrm>
            <a:off x="902418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3" name="Picture Placeholder 3"/>
          <p:cNvSpPr>
            <a:spLocks noGrp="1"/>
          </p:cNvSpPr>
          <p:nvPr>
            <p:ph type="pic" idx="20"/>
          </p:nvPr>
        </p:nvSpPr>
        <p:spPr>
          <a:xfrm>
            <a:off x="10410534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7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457597" y="277056"/>
            <a:ext cx="1065432" cy="106543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8_Title Only">
    <p:spTree>
      <p:nvGrpSpPr>
        <p:cNvPr id="1" name=""/>
        <p:cNvGrpSpPr/>
        <p:nvPr/>
      </p:nvGrpSpPr>
      <p:grpSpPr/>
      <p:sp>
        <p:nvSpPr>
          <p:cNvPr id="2" name="Picture Placeholder 2"/>
          <p:cNvSpPr>
            <a:spLocks noGrp="1"/>
          </p:cNvSpPr>
          <p:nvPr>
            <p:ph type="pic" idx="13"/>
          </p:nvPr>
        </p:nvSpPr>
        <p:spPr>
          <a:xfrm>
            <a:off x="540642" y="4726915"/>
            <a:ext cx="1631058" cy="16310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231630" y="329594"/>
            <a:ext cx="1319584" cy="131958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4393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439372" y="4599710"/>
            <a:ext cx="1030716" cy="103071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3" name="Picture Placeholder 2"/>
          <p:cNvSpPr>
            <a:spLocks noGrp="1"/>
          </p:cNvSpPr>
          <p:nvPr>
            <p:ph type="pic" idx="11"/>
          </p:nvPr>
        </p:nvSpPr>
        <p:spPr>
          <a:xfrm>
            <a:off x="5514896" y="2333995"/>
            <a:ext cx="897534" cy="8975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5514896" y="5341077"/>
            <a:ext cx="897534" cy="8975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10645491" y="3916616"/>
            <a:ext cx="843502" cy="84350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7334251" y="192505"/>
            <a:ext cx="4648199" cy="2261937"/>
          </a:xfrm>
          <a:prstGeom prst="roundRect">
            <a:avLst>
              <a:gd name="adj" fmla="val 10637"/>
            </a:avLst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/>
      <p:sp>
        <p:nvSpPr>
          <p:cNvPr id="6" name="Picture Placeholder 5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Custom Layout">
    <p:spTree>
      <p:nvGrpSpPr>
        <p:cNvPr id="1" name=""/>
        <p:cNvGrpSpPr/>
        <p:nvPr/>
      </p:nvGrpSpPr>
      <p:grpSpPr/>
      <p:sp>
        <p:nvSpPr>
          <p:cNvPr id="4" name="Picture Placeholder 5"/>
          <p:cNvSpPr>
            <a:spLocks noGrp="1"/>
          </p:cNvSpPr>
          <p:nvPr>
            <p:ph type="pic" idx="15"/>
          </p:nvPr>
        </p:nvSpPr>
        <p:spPr>
          <a:xfrm>
            <a:off x="7137400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8_Custom Layout">
    <p:spTree>
      <p:nvGrpSpPr>
        <p:cNvPr id="1" name=""/>
        <p:cNvGrpSpPr/>
        <p:nvPr/>
      </p:nvGrpSpPr>
      <p:grpSpPr/>
      <p:sp>
        <p:nvSpPr>
          <p:cNvPr id="3" name="Picture Placeholder 5"/>
          <p:cNvSpPr>
            <a:spLocks noGrp="1"/>
          </p:cNvSpPr>
          <p:nvPr>
            <p:ph type="pic" idx="15"/>
          </p:nvPr>
        </p:nvSpPr>
        <p:spPr>
          <a:xfrm>
            <a:off x="1179945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/>
      <p:sp>
        <p:nvSpPr>
          <p:cNvPr id="9" name="TextBox 8"/>
          <p:cNvSpPr>
            <a:spLocks noGrp="1"/>
          </p:cNvSpPr>
          <p:nvPr/>
        </p:nvSpPr>
        <p:spPr>
          <a:xfrm>
            <a:off x="9224576" y="6316195"/>
            <a:ext cx="27534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Dashboard </a:t>
            </a: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Arial Black" panose="020B0A04020102020204"/>
                <a:ea typeface="Arial Black" panose="020B0A04020102020204"/>
                <a:cs typeface="Arial Black" panose="020B0A04020102020204"/>
              </a:rPr>
              <a:t>Presentation</a:t>
            </a:r>
            <a:endParaRPr sz="1200" b="0" i="0" u="none" cap="none" spc="0">
              <a:ln>
                <a:noFill/>
              </a:ln>
              <a:solidFill>
                <a:prstClr val="white"/>
              </a:solidFill>
              <a:latin typeface="Arial Black" panose="020B0A04020102020204"/>
              <a:ea typeface="Arial Black" panose="020B0A04020102020204"/>
              <a:cs typeface="Arial Black" panose="020B0A04020102020204"/>
            </a:endParaRPr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 rot="10800000" flipV="1">
            <a:off x="10462197" y="199982"/>
            <a:ext cx="15158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260E2A6B-A809-4840-BF14-8648BC0BDF87}" type="slidenum">
              <a:rPr sz="4000" b="0" i="0" u="none" cap="none" spc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4000" b="0" i="0" u="none" cap="none" spc="0">
              <a:ln>
                <a:noFill/>
              </a:ln>
              <a:solidFill>
                <a:prstClr val="white">
                  <a:lumMod val="8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2_Custom Layout">
    <p:spTree>
      <p:nvGrpSpPr>
        <p:cNvPr id="1" name=""/>
        <p:cNvGrpSpPr/>
        <p:nvPr/>
      </p:nvGrpSpPr>
      <p:grpSpPr/>
      <p:sp>
        <p:nvSpPr>
          <p:cNvPr id="3" name="Picture Placeholder 5"/>
          <p:cNvSpPr>
            <a:spLocks noGrp="1"/>
          </p:cNvSpPr>
          <p:nvPr>
            <p:ph type="pic" idx="15"/>
          </p:nvPr>
        </p:nvSpPr>
        <p:spPr>
          <a:xfrm>
            <a:off x="1450975" y="341074"/>
            <a:ext cx="4838699" cy="2833926"/>
          </a:xfrm>
          <a:prstGeom prst="roundRect">
            <a:avLst>
              <a:gd name="adj" fmla="val 9520"/>
            </a:avLst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/>
      <p:sp>
        <p:nvSpPr>
          <p:cNvPr id="11" name="Picture Placeholder 2"/>
          <p:cNvSpPr>
            <a:spLocks noGrp="1"/>
          </p:cNvSpPr>
          <p:nvPr>
            <p:ph type="pic" idx="12"/>
          </p:nvPr>
        </p:nvSpPr>
        <p:spPr>
          <a:xfrm>
            <a:off x="1462411" y="33878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3"/>
          </p:nvPr>
        </p:nvSpPr>
        <p:spPr>
          <a:xfrm>
            <a:off x="1462411" y="113590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4"/>
          </p:nvPr>
        </p:nvSpPr>
        <p:spPr>
          <a:xfrm>
            <a:off x="1462411" y="193301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1462411" y="273013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1462411" y="432436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7"/>
          </p:nvPr>
        </p:nvSpPr>
        <p:spPr>
          <a:xfrm>
            <a:off x="1462411" y="512147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8"/>
          </p:nvPr>
        </p:nvSpPr>
        <p:spPr>
          <a:xfrm>
            <a:off x="1462411" y="352724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4" name="Picture Placeholder 2"/>
          <p:cNvSpPr>
            <a:spLocks noGrp="1"/>
          </p:cNvSpPr>
          <p:nvPr>
            <p:ph type="pic" idx="19"/>
          </p:nvPr>
        </p:nvSpPr>
        <p:spPr>
          <a:xfrm>
            <a:off x="1462411" y="5918591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and Content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22"/>
          </p:nvPr>
        </p:nvSpPr>
        <p:spPr>
          <a:xfrm>
            <a:off x="1675113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6" name="Picture Placeholder 4"/>
          <p:cNvSpPr>
            <a:spLocks noGrp="1"/>
          </p:cNvSpPr>
          <p:nvPr>
            <p:ph type="pic" idx="23"/>
          </p:nvPr>
        </p:nvSpPr>
        <p:spPr>
          <a:xfrm>
            <a:off x="2718756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7" name="Picture Placeholder 4"/>
          <p:cNvSpPr>
            <a:spLocks noGrp="1"/>
          </p:cNvSpPr>
          <p:nvPr>
            <p:ph type="pic" idx="24"/>
          </p:nvPr>
        </p:nvSpPr>
        <p:spPr>
          <a:xfrm>
            <a:off x="3762399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8" name="Picture Placeholder 4"/>
          <p:cNvSpPr>
            <a:spLocks noGrp="1"/>
          </p:cNvSpPr>
          <p:nvPr>
            <p:ph type="pic" idx="25"/>
          </p:nvPr>
        </p:nvSpPr>
        <p:spPr>
          <a:xfrm>
            <a:off x="4806042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0" name="Picture Placeholder 4"/>
          <p:cNvSpPr>
            <a:spLocks noGrp="1"/>
          </p:cNvSpPr>
          <p:nvPr>
            <p:ph type="pic" idx="26"/>
          </p:nvPr>
        </p:nvSpPr>
        <p:spPr>
          <a:xfrm>
            <a:off x="5849685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1" name="Picture Placeholder 4"/>
          <p:cNvSpPr>
            <a:spLocks noGrp="1"/>
          </p:cNvSpPr>
          <p:nvPr>
            <p:ph type="pic" idx="27"/>
          </p:nvPr>
        </p:nvSpPr>
        <p:spPr>
          <a:xfrm>
            <a:off x="6893328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2" name="Picture Placeholder 4"/>
          <p:cNvSpPr>
            <a:spLocks noGrp="1"/>
          </p:cNvSpPr>
          <p:nvPr>
            <p:ph type="pic" idx="28"/>
          </p:nvPr>
        </p:nvSpPr>
        <p:spPr>
          <a:xfrm>
            <a:off x="7936971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3" name="Picture Placeholder 4"/>
          <p:cNvSpPr>
            <a:spLocks noGrp="1"/>
          </p:cNvSpPr>
          <p:nvPr>
            <p:ph type="pic" idx="29"/>
          </p:nvPr>
        </p:nvSpPr>
        <p:spPr>
          <a:xfrm>
            <a:off x="8980614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4" name="Picture Placeholder 4"/>
          <p:cNvSpPr>
            <a:spLocks noGrp="1"/>
          </p:cNvSpPr>
          <p:nvPr>
            <p:ph type="pic" idx="30"/>
          </p:nvPr>
        </p:nvSpPr>
        <p:spPr>
          <a:xfrm>
            <a:off x="10024257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5" name="Picture Placeholder 4"/>
          <p:cNvSpPr>
            <a:spLocks noGrp="1"/>
          </p:cNvSpPr>
          <p:nvPr>
            <p:ph type="pic" idx="31"/>
          </p:nvPr>
        </p:nvSpPr>
        <p:spPr>
          <a:xfrm>
            <a:off x="11067904" y="4869508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29" name="Picture Placeholder 4"/>
          <p:cNvSpPr>
            <a:spLocks noGrp="1"/>
          </p:cNvSpPr>
          <p:nvPr>
            <p:ph type="pic" idx="32"/>
          </p:nvPr>
        </p:nvSpPr>
        <p:spPr>
          <a:xfrm>
            <a:off x="1675113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30" name="Picture Placeholder 4"/>
          <p:cNvSpPr>
            <a:spLocks noGrp="1"/>
          </p:cNvSpPr>
          <p:nvPr>
            <p:ph type="pic" idx="33"/>
          </p:nvPr>
        </p:nvSpPr>
        <p:spPr>
          <a:xfrm>
            <a:off x="2718756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31" name="Picture Placeholder 4"/>
          <p:cNvSpPr>
            <a:spLocks noGrp="1"/>
          </p:cNvSpPr>
          <p:nvPr>
            <p:ph type="pic" idx="34"/>
          </p:nvPr>
        </p:nvSpPr>
        <p:spPr>
          <a:xfrm>
            <a:off x="3762399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32" name="Picture Placeholder 4"/>
          <p:cNvSpPr>
            <a:spLocks noGrp="1"/>
          </p:cNvSpPr>
          <p:nvPr>
            <p:ph type="pic" idx="35"/>
          </p:nvPr>
        </p:nvSpPr>
        <p:spPr>
          <a:xfrm>
            <a:off x="4806042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33" name="Picture Placeholder 4"/>
          <p:cNvSpPr>
            <a:spLocks noGrp="1"/>
          </p:cNvSpPr>
          <p:nvPr>
            <p:ph type="pic" idx="36"/>
          </p:nvPr>
        </p:nvSpPr>
        <p:spPr>
          <a:xfrm>
            <a:off x="5849685" y="5757014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2_Title Only">
    <p:spTree>
      <p:nvGrpSpPr>
        <p:cNvPr id="1" name=""/>
        <p:cNvGrpSpPr/>
        <p:nvPr/>
      </p:nvGrpSpPr>
      <p:grpSpPr/>
      <p:sp>
        <p:nvSpPr>
          <p:cNvPr id="7" name="Picture Placeholder 2"/>
          <p:cNvSpPr>
            <a:spLocks noGrp="1"/>
          </p:cNvSpPr>
          <p:nvPr>
            <p:ph type="pic" idx="13"/>
          </p:nvPr>
        </p:nvSpPr>
        <p:spPr>
          <a:xfrm>
            <a:off x="2114032" y="42438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1706154" y="4247788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1706154" y="4886766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6"/>
          </p:nvPr>
        </p:nvSpPr>
        <p:spPr>
          <a:xfrm>
            <a:off x="1706154" y="5514728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7"/>
          </p:nvPr>
        </p:nvSpPr>
        <p:spPr>
          <a:xfrm>
            <a:off x="1706154" y="3619826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8"/>
          </p:nvPr>
        </p:nvSpPr>
        <p:spPr>
          <a:xfrm>
            <a:off x="1706154" y="6142690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14" name="Picture Placeholder 2"/>
          <p:cNvSpPr>
            <a:spLocks noGrp="1"/>
          </p:cNvSpPr>
          <p:nvPr>
            <p:ph type="pic" idx="19"/>
          </p:nvPr>
        </p:nvSpPr>
        <p:spPr>
          <a:xfrm>
            <a:off x="1706154" y="3000204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_Title Only">
    <p:spTree>
      <p:nvGrpSpPr>
        <p:cNvPr id="1" name=""/>
        <p:cNvGrpSpPr/>
        <p:nvPr/>
      </p:nvGrpSpPr>
      <p:grpSpPr/>
      <p:sp>
        <p:nvSpPr>
          <p:cNvPr id="49" name="Picture Placeholder 2"/>
          <p:cNvSpPr>
            <a:spLocks noGrp="1"/>
          </p:cNvSpPr>
          <p:nvPr>
            <p:ph type="pic" idx="14"/>
          </p:nvPr>
        </p:nvSpPr>
        <p:spPr>
          <a:xfrm>
            <a:off x="1620567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0" name="Picture Placeholder 2"/>
          <p:cNvSpPr>
            <a:spLocks noGrp="1"/>
          </p:cNvSpPr>
          <p:nvPr>
            <p:ph type="pic" idx="15"/>
          </p:nvPr>
        </p:nvSpPr>
        <p:spPr>
          <a:xfrm>
            <a:off x="4317646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1" name="Picture Placeholder 2"/>
          <p:cNvSpPr>
            <a:spLocks noGrp="1"/>
          </p:cNvSpPr>
          <p:nvPr>
            <p:ph type="pic" idx="16"/>
          </p:nvPr>
        </p:nvSpPr>
        <p:spPr>
          <a:xfrm>
            <a:off x="7068294" y="4688396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2" name="Picture Placeholder 2"/>
          <p:cNvSpPr>
            <a:spLocks noGrp="1"/>
          </p:cNvSpPr>
          <p:nvPr>
            <p:ph type="pic" idx="17"/>
          </p:nvPr>
        </p:nvSpPr>
        <p:spPr>
          <a:xfrm>
            <a:off x="9738589" y="4688395"/>
            <a:ext cx="713975" cy="71397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Blank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1725483" y="195942"/>
            <a:ext cx="1921092" cy="1907177"/>
          </a:xfrm>
          <a:prstGeom prst="roundRect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  <p:sp>
        <p:nvSpPr>
          <p:cNvPr id="6" name="Picture Placeholder 3"/>
          <p:cNvSpPr>
            <a:spLocks noGrp="1"/>
          </p:cNvSpPr>
          <p:nvPr>
            <p:ph type="pic" idx="11"/>
          </p:nvPr>
        </p:nvSpPr>
        <p:spPr>
          <a:xfrm>
            <a:off x="4311938" y="195942"/>
            <a:ext cx="1921092" cy="1907177"/>
          </a:xfrm>
          <a:prstGeom prst="roundRect">
            <a:avLst/>
          </a:prstGeo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Title Only">
    <p:spTree>
      <p:nvGrpSpPr>
        <p:cNvPr id="1" name=""/>
        <p:cNvGrpSpPr/>
        <p:nvPr/>
      </p:nvGrpSpPr>
      <p:grpSpPr/>
      <p:sp>
        <p:nvSpPr>
          <p:cNvPr id="5" name="Picture Placeholder 2"/>
          <p:cNvSpPr>
            <a:spLocks noGrp="1"/>
          </p:cNvSpPr>
          <p:nvPr>
            <p:ph type="pic" idx="14"/>
          </p:nvPr>
        </p:nvSpPr>
        <p:spPr>
          <a:xfrm>
            <a:off x="9461968" y="485386"/>
            <a:ext cx="2160000" cy="21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779961" y="1419064"/>
            <a:ext cx="3230005" cy="2917080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704969" y="2710543"/>
            <a:ext cx="6916518" cy="3421498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Title Only">
    <p:spTree>
      <p:nvGrpSpPr>
        <p:cNvPr id="1" name=""/>
        <p:cNvGrpSpPr/>
        <p:nvPr/>
      </p:nvGrpSpPr>
      <p:grpSpPr/>
      <p:sp>
        <p:nvSpPr>
          <p:cNvPr id="2" name="Slide Number Placeholder 1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Title Only"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4"/>
          </p:nvPr>
        </p:nvSpPr>
        <p:spPr>
          <a:xfrm>
            <a:off x="4404384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6896132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6"/>
          </p:nvPr>
        </p:nvSpPr>
        <p:spPr>
          <a:xfrm>
            <a:off x="9387880" y="1626439"/>
            <a:ext cx="1964332" cy="180256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Title Only"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827088" y="324359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>
          <a:xfrm>
            <a:off x="11704820" y="166513"/>
            <a:ext cx="325064" cy="324420"/>
          </a:xfrm>
          <a:prstGeom prst="roundRect">
            <a:avLst>
              <a:gd name="adj" fmla="val 26678"/>
            </a:avLst>
          </a:prstGeo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1715763" y="1969477"/>
            <a:ext cx="3445762" cy="344576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Title Only">
    <p:spTree>
      <p:nvGrpSpPr>
        <p:cNvPr id="1" name=""/>
        <p:cNvGrpSpPr/>
        <p:nvPr/>
      </p:nvGrpSpPr>
      <p:grpSpPr/>
      <p:sp>
        <p:nvSpPr>
          <p:cNvPr id="5" name="Picture Placeholder 2"/>
          <p:cNvSpPr>
            <a:spLocks noGrp="1"/>
          </p:cNvSpPr>
          <p:nvPr>
            <p:ph type="pic" idx="14"/>
          </p:nvPr>
        </p:nvSpPr>
        <p:spPr>
          <a:xfrm>
            <a:off x="1323629" y="1182968"/>
            <a:ext cx="2160000" cy="216000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2" name="Slide Number Placeholder 1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Only"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827088" y="324359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>
          <a:xfrm>
            <a:off x="11704820" y="166513"/>
            <a:ext cx="325064" cy="324420"/>
          </a:xfrm>
          <a:prstGeom prst="roundRect">
            <a:avLst>
              <a:gd name="adj" fmla="val 26678"/>
            </a:avLst>
          </a:prstGeo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Title Only">
    <p:spTree>
      <p:nvGrpSpPr>
        <p:cNvPr id="1" name=""/>
        <p:cNvGrpSpPr/>
        <p:nvPr/>
      </p:nvGrpSpPr>
      <p:grpSpPr/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1793913" y="2328345"/>
            <a:ext cx="1413880" cy="14138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Title Only"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4"/>
          </p:nvPr>
        </p:nvSpPr>
        <p:spPr>
          <a:xfrm>
            <a:off x="1236372" y="2364343"/>
            <a:ext cx="650161" cy="650161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Title Only"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4"/>
          </p:nvPr>
        </p:nvSpPr>
        <p:spPr>
          <a:xfrm>
            <a:off x="1798874" y="2364343"/>
            <a:ext cx="1369667" cy="1369667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1_Title Only">
    <p:spTree>
      <p:nvGrpSpPr>
        <p:cNvPr id="1" name=""/>
        <p:cNvGrpSpPr/>
        <p:nvPr/>
      </p:nvGrpSpPr>
      <p:grpSpPr/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Title Only">
    <p:spTree>
      <p:nvGrpSpPr>
        <p:cNvPr id="1" name=""/>
        <p:cNvGrpSpPr/>
        <p:nvPr/>
      </p:nvGrpSpPr>
      <p:grpSpPr/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3" name="Picture Placeholder 2"/>
          <p:cNvSpPr>
            <a:spLocks noGrp="1"/>
          </p:cNvSpPr>
          <p:nvPr>
            <p:ph type="pic" idx="14"/>
          </p:nvPr>
        </p:nvSpPr>
        <p:spPr>
          <a:xfrm>
            <a:off x="3235165" y="39652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3_Title Only">
    <p:spTree>
      <p:nvGrpSpPr>
        <p:cNvPr id="1" name=""/>
        <p:cNvGrpSpPr/>
        <p:nvPr/>
      </p:nvGrpSpPr>
      <p:grpSpPr/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3235165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3" name="Picture Placeholder 2"/>
          <p:cNvSpPr>
            <a:spLocks noGrp="1"/>
          </p:cNvSpPr>
          <p:nvPr>
            <p:ph type="pic" idx="14"/>
          </p:nvPr>
        </p:nvSpPr>
        <p:spPr>
          <a:xfrm>
            <a:off x="6265053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4" name="Picture Placeholder 2"/>
          <p:cNvSpPr>
            <a:spLocks noGrp="1"/>
          </p:cNvSpPr>
          <p:nvPr>
            <p:ph type="pic" idx="15"/>
          </p:nvPr>
        </p:nvSpPr>
        <p:spPr>
          <a:xfrm>
            <a:off x="9294941" y="764886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4_Title Only">
    <p:spTree>
      <p:nvGrpSpPr>
        <p:cNvPr id="1" name=""/>
        <p:cNvGrpSpPr/>
        <p:nvPr/>
      </p:nvGrpSpPr>
      <p:grpSpPr/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1180897" y="732054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5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4"/>
          </p:nvPr>
        </p:nvSpPr>
        <p:spPr>
          <a:xfrm>
            <a:off x="8091307" y="901873"/>
            <a:ext cx="3260906" cy="3730285"/>
          </a:xfrm>
          <a:prstGeom prst="roundRect">
            <a:avLst>
              <a:gd name="adj" fmla="val 813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6_Title Only">
    <p:spTree>
      <p:nvGrpSpPr>
        <p:cNvPr id="1" name=""/>
        <p:cNvGrpSpPr/>
        <p:nvPr/>
      </p:nvGrpSpPr>
      <p:grpSpPr/>
      <p:sp>
        <p:nvSpPr>
          <p:cNvPr id="4" name="Picture Placeholder 2"/>
          <p:cNvSpPr>
            <a:spLocks noGrp="1"/>
          </p:cNvSpPr>
          <p:nvPr>
            <p:ph type="pic" idx="14"/>
          </p:nvPr>
        </p:nvSpPr>
        <p:spPr>
          <a:xfrm>
            <a:off x="1180897" y="4038925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" name="Picture Placeholder 2"/>
          <p:cNvSpPr>
            <a:spLocks noGrp="1"/>
          </p:cNvSpPr>
          <p:nvPr>
            <p:ph type="pic" idx="15"/>
          </p:nvPr>
        </p:nvSpPr>
        <p:spPr>
          <a:xfrm>
            <a:off x="6592141" y="4038925"/>
            <a:ext cx="2057272" cy="20572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7_Title Only">
    <p:spTree>
      <p:nvGrpSpPr>
        <p:cNvPr id="1" name=""/>
        <p:cNvGrpSpPr/>
        <p:nvPr/>
      </p:nvGrpSpPr>
      <p:grpSpPr/>
      <p:sp>
        <p:nvSpPr>
          <p:cNvPr id="4" name="Picture Placeholder 2"/>
          <p:cNvSpPr>
            <a:spLocks noGrp="1"/>
          </p:cNvSpPr>
          <p:nvPr>
            <p:ph type="pic" idx="14"/>
          </p:nvPr>
        </p:nvSpPr>
        <p:spPr>
          <a:xfrm>
            <a:off x="434272" y="901873"/>
            <a:ext cx="3260906" cy="4559475"/>
          </a:xfrm>
          <a:prstGeom prst="roundRect">
            <a:avLst>
              <a:gd name="adj" fmla="val 8130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Only"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idx="14"/>
          </p:nvPr>
        </p:nvSpPr>
        <p:spPr>
          <a:xfrm>
            <a:off x="-1330036" y="-569718"/>
            <a:ext cx="6003556" cy="6003556"/>
          </a:xfrm>
          <a:prstGeom prst="ellipse">
            <a:avLst/>
          </a:prstGeom>
          <a:noFill/>
          <a:ln w="254000">
            <a:noFill/>
            <a:prstDash val="solid"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Title Only">
    <p:spTree>
      <p:nvGrpSpPr>
        <p:cNvPr id="1" name=""/>
        <p:cNvGrpSpPr/>
        <p:nvPr/>
      </p:nvGrpSpPr>
      <p:grpSpPr/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931371" y="1318133"/>
            <a:ext cx="3710746" cy="4221734"/>
          </a:xfrm>
          <a:prstGeom prst="roundRect">
            <a:avLst>
              <a:gd name="adj" fmla="val 14855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3" name="Slide Number Placeholder 2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3143" y="1659467"/>
            <a:ext cx="5125770" cy="1220211"/>
          </a:xfrm>
        </p:spPr>
        <p:txBody>
          <a:bodyPr anchor="b">
            <a:noAutofit/>
          </a:bodyPr>
          <a:lstStyle>
            <a:lvl1pPr>
              <a:buNone/>
              <a:defRPr sz="44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idx="14"/>
          </p:nvPr>
        </p:nvSpPr>
        <p:spPr>
          <a:xfrm>
            <a:off x="838199" y="3958018"/>
            <a:ext cx="2444263" cy="2278660"/>
          </a:xfrm>
          <a:prstGeom prst="roundRect">
            <a:avLst>
              <a:gd name="adj" fmla="val 10723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" name="Picture Placeholder 2"/>
          <p:cNvSpPr>
            <a:spLocks noGrp="1"/>
          </p:cNvSpPr>
          <p:nvPr>
            <p:ph type="pic" idx="15"/>
          </p:nvPr>
        </p:nvSpPr>
        <p:spPr>
          <a:xfrm>
            <a:off x="3481438" y="3482939"/>
            <a:ext cx="2385106" cy="2749357"/>
          </a:xfrm>
          <a:prstGeom prst="roundRect">
            <a:avLst>
              <a:gd name="adj" fmla="val 9006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6"/>
          </p:nvPr>
        </p:nvSpPr>
        <p:spPr>
          <a:xfrm>
            <a:off x="6065519" y="4270159"/>
            <a:ext cx="2731794" cy="1962137"/>
          </a:xfrm>
          <a:prstGeom prst="roundRect">
            <a:avLst>
              <a:gd name="adj" fmla="val 9006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7"/>
          </p:nvPr>
        </p:nvSpPr>
        <p:spPr>
          <a:xfrm>
            <a:off x="8996289" y="4037745"/>
            <a:ext cx="2357512" cy="2194552"/>
          </a:xfrm>
          <a:prstGeom prst="roundRect">
            <a:avLst>
              <a:gd name="adj" fmla="val 9006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Title Only">
    <p:spTree>
      <p:nvGrpSpPr>
        <p:cNvPr id="1" name=""/>
        <p:cNvGrpSpPr/>
        <p:nvPr/>
      </p:nvGrpSpPr>
      <p:grpSpPr/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931371" y="1519518"/>
            <a:ext cx="3710746" cy="371074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3" name="Slide Number Placeholder 2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Only">
    <p:spTree>
      <p:nvGrpSpPr>
        <p:cNvPr id="1" name=""/>
        <p:cNvGrpSpPr/>
        <p:nvPr/>
      </p:nvGrpSpPr>
      <p:grpSpPr/>
      <p:sp>
        <p:nvSpPr>
          <p:cNvPr id="2" name="Picture Placeholder 2"/>
          <p:cNvSpPr>
            <a:spLocks noGrp="1"/>
          </p:cNvSpPr>
          <p:nvPr>
            <p:ph type="pic" idx="12"/>
          </p:nvPr>
        </p:nvSpPr>
        <p:spPr>
          <a:xfrm>
            <a:off x="6232264" y="0"/>
            <a:ext cx="4594254" cy="4594254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3" name="Slide Number Placeholder 2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idx="14"/>
          </p:nvPr>
        </p:nvSpPr>
        <p:spPr>
          <a:xfrm>
            <a:off x="1268785" y="4172147"/>
            <a:ext cx="1921320" cy="192132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Only">
    <p:spTree>
      <p:nvGrpSpPr>
        <p:cNvPr id="1" name=""/>
        <p:cNvGrpSpPr/>
        <p:nvPr/>
      </p:nvGrpSpPr>
      <p:grpSpPr/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/>
        <p:txBody>
          <a:bodyPr lIns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381905" y="1291994"/>
            <a:ext cx="1203355" cy="120335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4"/>
          </p:nvPr>
        </p:nvSpPr>
        <p:spPr>
          <a:xfrm>
            <a:off x="1104746" y="-712079"/>
            <a:ext cx="3101210" cy="6730051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Only">
    <p:spTree>
      <p:nvGrpSpPr>
        <p:cNvPr id="1" name=""/>
        <p:cNvGrpSpPr/>
        <p:nvPr/>
      </p:nvGrpSpPr>
      <p:grpSpPr/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/>
        <p:txBody>
          <a:bodyPr lIns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5870416" y="2537443"/>
            <a:ext cx="1203355" cy="1203355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4"/>
          </p:nvPr>
        </p:nvSpPr>
        <p:spPr>
          <a:xfrm>
            <a:off x="1306888" y="2373943"/>
            <a:ext cx="4629858" cy="2616768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827088" y="484018"/>
            <a:ext cx="10537825" cy="333148"/>
          </a:xfrm>
        </p:spPr>
        <p:txBody>
          <a:bodyPr anchor="b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6283569" y="2497016"/>
            <a:ext cx="4846648" cy="4078964"/>
          </a:xfrm>
          <a:prstGeom prst="mathMultiply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Only">
    <p:spTree>
      <p:nvGrpSpPr>
        <p:cNvPr id="1" name=""/>
        <p:cNvGrpSpPr/>
        <p:nvPr/>
      </p:nvGrpSpPr>
      <p:grpSpPr/>
      <p:sp>
        <p:nvSpPr>
          <p:cNvPr id="2" name="Picture Placeholder 2"/>
          <p:cNvSpPr>
            <a:spLocks noGrp="1"/>
          </p:cNvSpPr>
          <p:nvPr>
            <p:ph type="pic" idx="12"/>
          </p:nvPr>
        </p:nvSpPr>
        <p:spPr>
          <a:xfrm>
            <a:off x="852617" y="1363019"/>
            <a:ext cx="4192030" cy="5890397"/>
          </a:xfrm>
          <a:prstGeom prst="roundRect">
            <a:avLst>
              <a:gd name="adj" fmla="val 10723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3" name="Slide Number Placeholder 2"/>
          <p:cNvSpPr>
            <a:spLocks noGrp="1"/>
          </p:cNvSpPr>
          <p:nvPr>
            <p:ph type="sldNum" idx="13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Title Only">
    <p:spTree>
      <p:nvGrpSpPr>
        <p:cNvPr id="1" name=""/>
        <p:cNvGrpSpPr/>
        <p:nvPr/>
      </p:nvGrpSpPr>
      <p:grpSpPr/>
      <p:sp>
        <p:nvSpPr>
          <p:cNvPr id="8" name="Picture Placeholder 2"/>
          <p:cNvSpPr>
            <a:spLocks noGrp="1"/>
          </p:cNvSpPr>
          <p:nvPr>
            <p:ph type="pic" idx="14"/>
          </p:nvPr>
        </p:nvSpPr>
        <p:spPr>
          <a:xfrm>
            <a:off x="4961359" y="2923267"/>
            <a:ext cx="2242630" cy="224263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827088" y="480732"/>
            <a:ext cx="10537825" cy="333148"/>
          </a:xfrm>
        </p:spPr>
        <p:txBody>
          <a:bodyPr anchor="ctr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Only">
    <p:spTree>
      <p:nvGrpSpPr>
        <p:cNvPr id="1" name=""/>
        <p:cNvGrpSpPr/>
        <p:nvPr/>
      </p:nvGrpSpPr>
      <p:grpSpPr/>
      <p:sp>
        <p:nvSpPr>
          <p:cNvPr id="42" name="Picture Placeholder 2"/>
          <p:cNvSpPr>
            <a:spLocks noGrp="1"/>
          </p:cNvSpPr>
          <p:nvPr>
            <p:ph type="pic" idx="15"/>
          </p:nvPr>
        </p:nvSpPr>
        <p:spPr>
          <a:xfrm>
            <a:off x="1686260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43" name="Picture Placeholder 2"/>
          <p:cNvSpPr>
            <a:spLocks noGrp="1"/>
          </p:cNvSpPr>
          <p:nvPr>
            <p:ph type="pic" idx="16"/>
          </p:nvPr>
        </p:nvSpPr>
        <p:spPr>
          <a:xfrm>
            <a:off x="4044413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44" name="Picture Placeholder 2"/>
          <p:cNvSpPr>
            <a:spLocks noGrp="1"/>
          </p:cNvSpPr>
          <p:nvPr>
            <p:ph type="pic" idx="17"/>
          </p:nvPr>
        </p:nvSpPr>
        <p:spPr>
          <a:xfrm>
            <a:off x="6448994" y="2459201"/>
            <a:ext cx="1716589" cy="3448788"/>
          </a:xfrm>
          <a:prstGeom prst="roundRect">
            <a:avLst>
              <a:gd name="adj" fmla="val 4841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45" name="Picture Placeholder 2"/>
          <p:cNvSpPr>
            <a:spLocks noGrp="1"/>
          </p:cNvSpPr>
          <p:nvPr>
            <p:ph type="pic" idx="18"/>
          </p:nvPr>
        </p:nvSpPr>
        <p:spPr>
          <a:xfrm>
            <a:off x="9127190" y="3065943"/>
            <a:ext cx="1411280" cy="2870492"/>
          </a:xfrm>
          <a:prstGeom prst="roundRect">
            <a:avLst>
              <a:gd name="adj" fmla="val 3955"/>
            </a:avLst>
          </a:prstGeom>
          <a:noFill/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2" name="Slide Number Placeholder 1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827088" y="480732"/>
            <a:ext cx="10537825" cy="333148"/>
          </a:xfrm>
        </p:spPr>
        <p:txBody>
          <a:bodyPr anchor="ctr">
            <a:normAutofit/>
          </a:bodyPr>
          <a:lstStyle>
            <a:lvl1pPr marL="0" indent="0">
              <a:buNone/>
              <a:defRPr sz="10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8475150" y="1224988"/>
            <a:ext cx="2779014" cy="6030840"/>
          </a:xfrm>
          <a:prstGeom prst="roundRect">
            <a:avLst>
              <a:gd name="adj" fmla="val 9499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6222250" y="-517327"/>
            <a:ext cx="1783109" cy="3869590"/>
          </a:xfrm>
          <a:prstGeom prst="roundRect">
            <a:avLst>
              <a:gd name="adj" fmla="val 9499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/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/>
        <p:txBody>
          <a:bodyPr lIns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4"/>
          </p:nvPr>
        </p:nvSpPr>
        <p:spPr>
          <a:xfrm>
            <a:off x="4044928" y="1389818"/>
            <a:ext cx="1680048" cy="3654072"/>
          </a:xfrm>
          <a:prstGeom prst="roundRect">
            <a:avLst>
              <a:gd name="adj" fmla="val 10770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8" name="Picture Placeholder 2"/>
          <p:cNvSpPr>
            <a:spLocks noGrp="1"/>
          </p:cNvSpPr>
          <p:nvPr>
            <p:ph type="pic" idx="15"/>
          </p:nvPr>
        </p:nvSpPr>
        <p:spPr>
          <a:xfrm>
            <a:off x="6384990" y="1537841"/>
            <a:ext cx="1680048" cy="3422560"/>
          </a:xfrm>
          <a:prstGeom prst="roundRect">
            <a:avLst>
              <a:gd name="adj" fmla="val 4946"/>
            </a:avLst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Only">
    <p:spTree>
      <p:nvGrpSpPr>
        <p:cNvPr id="1" name=""/>
        <p:cNvGrpSpPr/>
        <p:nvPr/>
      </p:nvGrpSpPr>
      <p:grpSpPr/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/>
        <p:txBody>
          <a:bodyPr lIns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193143" y="1659467"/>
            <a:ext cx="4394858" cy="1005775"/>
          </a:xfrm>
        </p:spPr>
        <p:txBody>
          <a:bodyPr>
            <a:noAutofit/>
          </a:bodyPr>
          <a:lstStyle>
            <a:lvl1pPr>
              <a:buNone/>
              <a:defRPr sz="4400"/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/>
      <p:sp>
        <p:nvSpPr>
          <p:cNvPr id="470" name="Picture Placeholder 2"/>
          <p:cNvSpPr>
            <a:spLocks noGrp="1"/>
          </p:cNvSpPr>
          <p:nvPr>
            <p:ph type="pic" idx="12"/>
          </p:nvPr>
        </p:nvSpPr>
        <p:spPr>
          <a:xfrm>
            <a:off x="1359727" y="1307205"/>
            <a:ext cx="4512508" cy="4243590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/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2"/>
          </p:nvPr>
        </p:nvSpPr>
        <p:spPr>
          <a:xfrm>
            <a:off x="2167984" y="3958814"/>
            <a:ext cx="1946048" cy="1447413"/>
          </a:xfrm>
          <a:prstGeom prst="rect">
            <a:avLst/>
          </a:prstGeom>
          <a:noFill/>
          <a:effectLst>
            <a:outerShdw blurRad="5715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/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297230" y="3958814"/>
            <a:ext cx="3459034" cy="1447413"/>
          </a:xfrm>
        </p:spPr>
        <p:txBody>
          <a:bodyPr/>
          <a:lstStyle/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7939462" y="3958814"/>
            <a:ext cx="2151212" cy="1447413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/>
      <p:sp>
        <p:nvSpPr>
          <p:cNvPr id="472" name="Picture Placeholder 2"/>
          <p:cNvSpPr>
            <a:spLocks noGrp="1"/>
          </p:cNvSpPr>
          <p:nvPr>
            <p:ph type="pic" idx="12"/>
          </p:nvPr>
        </p:nvSpPr>
        <p:spPr>
          <a:xfrm>
            <a:off x="7371320" y="3669180"/>
            <a:ext cx="3688759" cy="1895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/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1180611" y="1735547"/>
            <a:ext cx="3387632" cy="3954139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297320" y="286100"/>
            <a:ext cx="4712646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779961" y="1419064"/>
            <a:ext cx="3604839" cy="2917080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/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idx="12"/>
          </p:nvPr>
        </p:nvSpPr>
        <p:spPr>
          <a:xfrm>
            <a:off x="737017" y="2728209"/>
            <a:ext cx="10717967" cy="3372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/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idx="12"/>
          </p:nvPr>
        </p:nvSpPr>
        <p:spPr>
          <a:xfrm>
            <a:off x="737017" y="779582"/>
            <a:ext cx="10717967" cy="2488274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and Content">
    <p:spTree>
      <p:nvGrpSpPr>
        <p:cNvPr id="1" name=""/>
        <p:cNvGrpSpPr/>
        <p:nvPr/>
      </p:nvGrpSpPr>
      <p:grpSpPr/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idx="12"/>
          </p:nvPr>
        </p:nvSpPr>
        <p:spPr>
          <a:xfrm>
            <a:off x="737017" y="977030"/>
            <a:ext cx="3797405" cy="2290826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/>
        </p:txBody>
      </p:sp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737017" y="3594970"/>
            <a:ext cx="3797405" cy="2290826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/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2"/>
          </p:nvPr>
        </p:nvSpPr>
        <p:spPr>
          <a:xfrm>
            <a:off x="4836000" y="2169000"/>
            <a:ext cx="2520000" cy="2520000"/>
          </a:xfrm>
          <a:prstGeom prst="ellipse">
            <a:avLst/>
          </a:prstGeom>
          <a:effectLst>
            <a:outerShdw blurRad="571500" dist="635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146810" y="2055733"/>
            <a:ext cx="2282190" cy="2488069"/>
          </a:xfrm>
          <a:prstGeom prst="roundRect">
            <a:avLst>
              <a:gd name="adj" fmla="val 10235"/>
            </a:avLst>
          </a:prstGeom>
        </p:spPr>
        <p:txBody>
          <a:bodyPr/>
          <a:lstStyle/>
          <a:p/>
        </p:txBody>
      </p:sp>
      <p:sp>
        <p:nvSpPr>
          <p:cNvPr id="6" name="Text Placeholder 3"/>
          <p:cNvSpPr>
            <a:spLocks noGrp="1"/>
          </p:cNvSpPr>
          <p:nvPr>
            <p:ph type="body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2"/>
          </p:nvPr>
        </p:nvSpPr>
        <p:spPr>
          <a:xfrm>
            <a:off x="1651356" y="2454758"/>
            <a:ext cx="1396480" cy="139648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4243399" y="1903287"/>
            <a:ext cx="1396480" cy="139648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4"/>
          </p:nvPr>
        </p:nvSpPr>
        <p:spPr>
          <a:xfrm>
            <a:off x="9138390" y="1258992"/>
            <a:ext cx="1396480" cy="1419662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5"/>
          </p:nvPr>
        </p:nvSpPr>
        <p:spPr>
          <a:xfrm>
            <a:off x="6835443" y="2496819"/>
            <a:ext cx="1396480" cy="1396480"/>
          </a:xfrm>
          <a:prstGeom prst="ellipse">
            <a:avLst/>
          </a:prstGeom>
        </p:spPr>
        <p:txBody>
          <a:bodyPr>
            <a:normAutofit/>
          </a:bodyPr>
          <a:lstStyle>
            <a:lvl1pPr>
              <a:buNone/>
              <a:defRPr sz="1100"/>
            </a:lvl1pPr>
          </a:lstStyle>
          <a:p/>
        </p:txBody>
      </p:sp>
      <p:sp>
        <p:nvSpPr>
          <p:cNvPr id="12" name="Text Placeholder 3"/>
          <p:cNvSpPr>
            <a:spLocks noGrp="1"/>
          </p:cNvSpPr>
          <p:nvPr>
            <p:ph type="body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Only">
    <p:spTree>
      <p:nvGrpSpPr>
        <p:cNvPr id="1" name=""/>
        <p:cNvGrpSpPr/>
        <p:nvPr/>
      </p:nvGrpSpPr>
      <p:grpSpPr/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A4B0F1B-7C35-4932-9D94-A4497ECF42B0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idx="14"/>
          </p:nvPr>
        </p:nvSpPr>
        <p:spPr>
          <a:xfrm>
            <a:off x="5525530" y="2598281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12" name="Picture Placeholder 3"/>
          <p:cNvSpPr>
            <a:spLocks noGrp="1"/>
          </p:cNvSpPr>
          <p:nvPr>
            <p:ph type="pic" idx="20"/>
          </p:nvPr>
        </p:nvSpPr>
        <p:spPr>
          <a:xfrm>
            <a:off x="6977459" y="3944167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17" name="Picture Placeholder 3"/>
          <p:cNvSpPr>
            <a:spLocks noGrp="1"/>
          </p:cNvSpPr>
          <p:nvPr>
            <p:ph type="pic" idx="22"/>
          </p:nvPr>
        </p:nvSpPr>
        <p:spPr>
          <a:xfrm>
            <a:off x="4018511" y="2058281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13" name="Picture Placeholder 3"/>
          <p:cNvSpPr>
            <a:spLocks noGrp="1"/>
          </p:cNvSpPr>
          <p:nvPr>
            <p:ph type="pic" idx="23"/>
          </p:nvPr>
        </p:nvSpPr>
        <p:spPr>
          <a:xfrm>
            <a:off x="6977459" y="1735547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14" name="Picture Placeholder 3"/>
          <p:cNvSpPr>
            <a:spLocks noGrp="1"/>
          </p:cNvSpPr>
          <p:nvPr>
            <p:ph type="pic" idx="24"/>
          </p:nvPr>
        </p:nvSpPr>
        <p:spPr>
          <a:xfrm>
            <a:off x="4097796" y="4152994"/>
            <a:ext cx="1080000" cy="10800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idx="16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1A4B0F1B-7C35-4932-9D94-A4497ECF42B0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idx="14"/>
          </p:nvPr>
        </p:nvSpPr>
        <p:spPr>
          <a:xfrm>
            <a:off x="4301464" y="1928167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5"/>
          </p:nvPr>
        </p:nvSpPr>
        <p:spPr>
          <a:xfrm>
            <a:off x="1266661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9" name="Picture Placeholder 3"/>
          <p:cNvSpPr>
            <a:spLocks noGrp="1"/>
          </p:cNvSpPr>
          <p:nvPr>
            <p:ph type="pic" idx="16"/>
          </p:nvPr>
        </p:nvSpPr>
        <p:spPr>
          <a:xfrm>
            <a:off x="5601955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10" name="Picture Placeholder 3"/>
          <p:cNvSpPr>
            <a:spLocks noGrp="1"/>
          </p:cNvSpPr>
          <p:nvPr>
            <p:ph type="pic" idx="17"/>
          </p:nvPr>
        </p:nvSpPr>
        <p:spPr>
          <a:xfrm>
            <a:off x="3434308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12" name="Picture Placeholder 3"/>
          <p:cNvSpPr>
            <a:spLocks noGrp="1"/>
          </p:cNvSpPr>
          <p:nvPr>
            <p:ph type="pic" idx="18"/>
          </p:nvPr>
        </p:nvSpPr>
        <p:spPr>
          <a:xfrm>
            <a:off x="9937248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16" name="Picture Placeholder 3"/>
          <p:cNvSpPr>
            <a:spLocks noGrp="1"/>
          </p:cNvSpPr>
          <p:nvPr>
            <p:ph type="pic" idx="19"/>
          </p:nvPr>
        </p:nvSpPr>
        <p:spPr>
          <a:xfrm>
            <a:off x="7769602" y="3288314"/>
            <a:ext cx="914400" cy="914400"/>
          </a:xfrm>
          <a:prstGeom prst="ellipse">
            <a:avLst/>
          </a:prstGeom>
          <a:solidFill>
            <a:schemeClr val="tx1">
              <a:alpha val="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/>
        </p:txBody>
      </p:sp>
      <p:sp>
        <p:nvSpPr>
          <p:cNvPr id="11" name="Text Placeholder 3"/>
          <p:cNvSpPr>
            <a:spLocks noGrp="1"/>
          </p:cNvSpPr>
          <p:nvPr>
            <p:ph type="body" idx="21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7181386" y="2057466"/>
            <a:ext cx="3878694" cy="1895788"/>
          </a:xfrm>
          <a:prstGeom prst="roundRect">
            <a:avLst>
              <a:gd name="adj" fmla="val 6998"/>
            </a:avLst>
          </a:prstGeom>
          <a:noFill/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/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Picture Placeholder 2"/>
          <p:cNvSpPr>
            <a:spLocks noGrp="1"/>
          </p:cNvSpPr>
          <p:nvPr>
            <p:ph type="pic" idx="12"/>
          </p:nvPr>
        </p:nvSpPr>
        <p:spPr>
          <a:xfrm>
            <a:off x="5265774" y="1279978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5265774" y="215403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5265774" y="3028096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5265774" y="3902155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10239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1815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2607240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339887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7"/>
          </p:nvPr>
        </p:nvSpPr>
        <p:spPr>
          <a:xfrm>
            <a:off x="4190506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8"/>
          </p:nvPr>
        </p:nvSpPr>
        <p:spPr>
          <a:xfrm>
            <a:off x="498213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9"/>
          </p:nvPr>
        </p:nvSpPr>
        <p:spPr>
          <a:xfrm>
            <a:off x="5773772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20"/>
          </p:nvPr>
        </p:nvSpPr>
        <p:spPr>
          <a:xfrm>
            <a:off x="656540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4" name="Picture Placeholder 2"/>
          <p:cNvSpPr>
            <a:spLocks noGrp="1"/>
          </p:cNvSpPr>
          <p:nvPr>
            <p:ph type="pic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5" name="Picture Placeholder 2"/>
          <p:cNvSpPr>
            <a:spLocks noGrp="1"/>
          </p:cNvSpPr>
          <p:nvPr>
            <p:ph type="pic" idx="22"/>
          </p:nvPr>
        </p:nvSpPr>
        <p:spPr>
          <a:xfrm>
            <a:off x="814867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6" name="Picture Placeholder 2"/>
          <p:cNvSpPr>
            <a:spLocks noGrp="1"/>
          </p:cNvSpPr>
          <p:nvPr>
            <p:ph type="pic" idx="23"/>
          </p:nvPr>
        </p:nvSpPr>
        <p:spPr>
          <a:xfrm>
            <a:off x="894030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7" name="Picture Placeholder 2"/>
          <p:cNvSpPr>
            <a:spLocks noGrp="1"/>
          </p:cNvSpPr>
          <p:nvPr>
            <p:ph type="pic" idx="24"/>
          </p:nvPr>
        </p:nvSpPr>
        <p:spPr>
          <a:xfrm>
            <a:off x="973193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8" name="Picture Placeholder 2"/>
          <p:cNvSpPr>
            <a:spLocks noGrp="1"/>
          </p:cNvSpPr>
          <p:nvPr>
            <p:ph type="pic" idx="25"/>
          </p:nvPr>
        </p:nvSpPr>
        <p:spPr>
          <a:xfrm>
            <a:off x="105235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9" name="Picture Placeholder 2"/>
          <p:cNvSpPr>
            <a:spLocks noGrp="1"/>
          </p:cNvSpPr>
          <p:nvPr>
            <p:ph type="pic" idx="26"/>
          </p:nvPr>
        </p:nvSpPr>
        <p:spPr>
          <a:xfrm>
            <a:off x="1023974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20" name="Picture Placeholder 2"/>
          <p:cNvSpPr>
            <a:spLocks noGrp="1"/>
          </p:cNvSpPr>
          <p:nvPr>
            <p:ph type="pic" idx="27"/>
          </p:nvPr>
        </p:nvSpPr>
        <p:spPr>
          <a:xfrm>
            <a:off x="1815607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21" name="Picture Placeholder 2"/>
          <p:cNvSpPr>
            <a:spLocks noGrp="1"/>
          </p:cNvSpPr>
          <p:nvPr>
            <p:ph type="pic" idx="28"/>
          </p:nvPr>
        </p:nvSpPr>
        <p:spPr>
          <a:xfrm>
            <a:off x="2607240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22" name="Picture Placeholder 2"/>
          <p:cNvSpPr>
            <a:spLocks noGrp="1"/>
          </p:cNvSpPr>
          <p:nvPr>
            <p:ph type="pic" idx="29"/>
          </p:nvPr>
        </p:nvSpPr>
        <p:spPr>
          <a:xfrm>
            <a:off x="3398873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23" name="Picture Placeholder 2"/>
          <p:cNvSpPr>
            <a:spLocks noGrp="1"/>
          </p:cNvSpPr>
          <p:nvPr>
            <p:ph type="pic" idx="30"/>
          </p:nvPr>
        </p:nvSpPr>
        <p:spPr>
          <a:xfrm>
            <a:off x="4190506" y="25483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1023974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1815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2607240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339887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7"/>
          </p:nvPr>
        </p:nvSpPr>
        <p:spPr>
          <a:xfrm>
            <a:off x="4190506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8"/>
          </p:nvPr>
        </p:nvSpPr>
        <p:spPr>
          <a:xfrm>
            <a:off x="498213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9"/>
          </p:nvPr>
        </p:nvSpPr>
        <p:spPr>
          <a:xfrm>
            <a:off x="5773772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20"/>
          </p:nvPr>
        </p:nvSpPr>
        <p:spPr>
          <a:xfrm>
            <a:off x="656540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4" name="Picture Placeholder 2"/>
          <p:cNvSpPr>
            <a:spLocks noGrp="1"/>
          </p:cNvSpPr>
          <p:nvPr>
            <p:ph type="pic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idx="22"/>
          </p:nvPr>
        </p:nvSpPr>
        <p:spPr>
          <a:xfrm>
            <a:off x="1362036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6" name="Picture Placeholder 4"/>
          <p:cNvSpPr>
            <a:spLocks noGrp="1"/>
          </p:cNvSpPr>
          <p:nvPr>
            <p:ph type="pic" idx="23"/>
          </p:nvPr>
        </p:nvSpPr>
        <p:spPr>
          <a:xfrm>
            <a:off x="2298434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7" name="Picture Placeholder 4"/>
          <p:cNvSpPr>
            <a:spLocks noGrp="1"/>
          </p:cNvSpPr>
          <p:nvPr>
            <p:ph type="pic" idx="24"/>
          </p:nvPr>
        </p:nvSpPr>
        <p:spPr>
          <a:xfrm>
            <a:off x="3234831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8" name="Picture Placeholder 4"/>
          <p:cNvSpPr>
            <a:spLocks noGrp="1"/>
          </p:cNvSpPr>
          <p:nvPr>
            <p:ph type="pic" idx="25"/>
          </p:nvPr>
        </p:nvSpPr>
        <p:spPr>
          <a:xfrm>
            <a:off x="4171227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0" name="Picture Placeholder 4"/>
          <p:cNvSpPr>
            <a:spLocks noGrp="1"/>
          </p:cNvSpPr>
          <p:nvPr>
            <p:ph type="pic" idx="26"/>
          </p:nvPr>
        </p:nvSpPr>
        <p:spPr>
          <a:xfrm>
            <a:off x="5107624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1" name="Picture Placeholder 4"/>
          <p:cNvSpPr>
            <a:spLocks noGrp="1"/>
          </p:cNvSpPr>
          <p:nvPr>
            <p:ph type="pic" idx="27"/>
          </p:nvPr>
        </p:nvSpPr>
        <p:spPr>
          <a:xfrm>
            <a:off x="6044022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2" name="Picture Placeholder 4"/>
          <p:cNvSpPr>
            <a:spLocks noGrp="1"/>
          </p:cNvSpPr>
          <p:nvPr>
            <p:ph type="pic" idx="28"/>
          </p:nvPr>
        </p:nvSpPr>
        <p:spPr>
          <a:xfrm>
            <a:off x="6980419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3" name="Picture Placeholder 4"/>
          <p:cNvSpPr>
            <a:spLocks noGrp="1"/>
          </p:cNvSpPr>
          <p:nvPr>
            <p:ph type="pic" idx="29"/>
          </p:nvPr>
        </p:nvSpPr>
        <p:spPr>
          <a:xfrm>
            <a:off x="7916815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4" name="Picture Placeholder 4"/>
          <p:cNvSpPr>
            <a:spLocks noGrp="1"/>
          </p:cNvSpPr>
          <p:nvPr>
            <p:ph type="pic" idx="30"/>
          </p:nvPr>
        </p:nvSpPr>
        <p:spPr>
          <a:xfrm>
            <a:off x="8853212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5" name="Picture Placeholder 4"/>
          <p:cNvSpPr>
            <a:spLocks noGrp="1"/>
          </p:cNvSpPr>
          <p:nvPr>
            <p:ph type="pic" idx="31"/>
          </p:nvPr>
        </p:nvSpPr>
        <p:spPr>
          <a:xfrm>
            <a:off x="9789611" y="4496075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6" name="Picture Placeholder 4"/>
          <p:cNvSpPr>
            <a:spLocks noGrp="1"/>
          </p:cNvSpPr>
          <p:nvPr>
            <p:ph type="pic" idx="32"/>
          </p:nvPr>
        </p:nvSpPr>
        <p:spPr>
          <a:xfrm>
            <a:off x="1362036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7" name="Picture Placeholder 4"/>
          <p:cNvSpPr>
            <a:spLocks noGrp="1"/>
          </p:cNvSpPr>
          <p:nvPr>
            <p:ph type="pic" idx="33"/>
          </p:nvPr>
        </p:nvSpPr>
        <p:spPr>
          <a:xfrm>
            <a:off x="2298434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8" name="Picture Placeholder 4"/>
          <p:cNvSpPr>
            <a:spLocks noGrp="1"/>
          </p:cNvSpPr>
          <p:nvPr>
            <p:ph type="pic" idx="34"/>
          </p:nvPr>
        </p:nvSpPr>
        <p:spPr>
          <a:xfrm>
            <a:off x="3234831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9" name="Picture Placeholder 4"/>
          <p:cNvSpPr>
            <a:spLocks noGrp="1"/>
          </p:cNvSpPr>
          <p:nvPr>
            <p:ph type="pic" idx="35"/>
          </p:nvPr>
        </p:nvSpPr>
        <p:spPr>
          <a:xfrm>
            <a:off x="4171227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20" name="Picture Placeholder 4"/>
          <p:cNvSpPr>
            <a:spLocks noGrp="1"/>
          </p:cNvSpPr>
          <p:nvPr>
            <p:ph type="pic" idx="36"/>
          </p:nvPr>
        </p:nvSpPr>
        <p:spPr>
          <a:xfrm>
            <a:off x="5107624" y="5289289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22" name="Picture Placeholder 2"/>
          <p:cNvSpPr>
            <a:spLocks noGrp="1"/>
          </p:cNvSpPr>
          <p:nvPr>
            <p:ph type="pic" idx="13"/>
          </p:nvPr>
        </p:nvSpPr>
        <p:spPr>
          <a:xfrm>
            <a:off x="838200" y="1735548"/>
            <a:ext cx="3144291" cy="1838596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1174823" y="3439261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1174823" y="4091452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1174823" y="4743643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1174823" y="5395833"/>
            <a:ext cx="538648" cy="53864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3"/>
          </p:nvPr>
        </p:nvSpPr>
        <p:spPr>
          <a:xfrm>
            <a:off x="4762500" y="1870381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6" name="Picture Placeholder 2"/>
          <p:cNvSpPr>
            <a:spLocks noGrp="1"/>
          </p:cNvSpPr>
          <p:nvPr>
            <p:ph type="pic" idx="14"/>
          </p:nvPr>
        </p:nvSpPr>
        <p:spPr>
          <a:xfrm>
            <a:off x="4762500" y="2906396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7" name="Picture Placeholder 2"/>
          <p:cNvSpPr>
            <a:spLocks noGrp="1"/>
          </p:cNvSpPr>
          <p:nvPr>
            <p:ph type="pic" idx="15"/>
          </p:nvPr>
        </p:nvSpPr>
        <p:spPr>
          <a:xfrm>
            <a:off x="4762500" y="3942411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8" name="Picture Placeholder 2"/>
          <p:cNvSpPr>
            <a:spLocks noGrp="1"/>
          </p:cNvSpPr>
          <p:nvPr>
            <p:ph type="pic" idx="16"/>
          </p:nvPr>
        </p:nvSpPr>
        <p:spPr>
          <a:xfrm>
            <a:off x="4762500" y="4978426"/>
            <a:ext cx="923958" cy="92395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Only">
    <p:spTree>
      <p:nvGrpSpPr>
        <p:cNvPr id="1" name=""/>
        <p:cNvGrpSpPr/>
        <p:nvPr/>
      </p:nvGrpSpPr>
      <p:grpSpPr/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/>
        <p:txBody>
          <a:bodyPr lIns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idx="12"/>
          </p:nvPr>
        </p:nvSpPr>
        <p:spPr>
          <a:xfrm>
            <a:off x="5021153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3"/>
          </p:nvPr>
        </p:nvSpPr>
        <p:spPr>
          <a:xfrm>
            <a:off x="7071829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4"/>
          </p:nvPr>
        </p:nvSpPr>
        <p:spPr>
          <a:xfrm>
            <a:off x="9122505" y="1260441"/>
            <a:ext cx="764151" cy="7641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13"/>
          </p:nvPr>
        </p:nvSpPr>
        <p:spPr>
          <a:xfrm>
            <a:off x="1090863" y="2458521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25" name="Picture Placeholder 2"/>
          <p:cNvSpPr>
            <a:spLocks noGrp="1"/>
          </p:cNvSpPr>
          <p:nvPr>
            <p:ph type="pic" idx="14"/>
          </p:nvPr>
        </p:nvSpPr>
        <p:spPr>
          <a:xfrm>
            <a:off x="1090863" y="3761228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26" name="Picture Placeholder 2"/>
          <p:cNvSpPr>
            <a:spLocks noGrp="1"/>
          </p:cNvSpPr>
          <p:nvPr>
            <p:ph type="pic" idx="15"/>
          </p:nvPr>
        </p:nvSpPr>
        <p:spPr>
          <a:xfrm>
            <a:off x="1090863" y="5063935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Only">
    <p:spTree>
      <p:nvGrpSpPr>
        <p:cNvPr id="1" name=""/>
        <p:cNvGrpSpPr/>
        <p:nvPr/>
      </p:nvGrpSpPr>
      <p:grpSpPr/>
      <p:sp>
        <p:nvSpPr>
          <p:cNvPr id="15" name="Rectangle 14"/>
          <p:cNvSpPr>
            <a:spLocks noGrp="1"/>
          </p:cNvSpPr>
          <p:nvPr/>
        </p:nvSpPr>
        <p:spPr>
          <a:xfrm>
            <a:off x="839787" y="628503"/>
            <a:ext cx="3789232" cy="552995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/>
        <p:txBody>
          <a:bodyPr lIns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idx="12"/>
          </p:nvPr>
        </p:nvSpPr>
        <p:spPr>
          <a:xfrm>
            <a:off x="984346" y="803242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3"/>
          </p:nvPr>
        </p:nvSpPr>
        <p:spPr>
          <a:xfrm>
            <a:off x="984346" y="1563876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4"/>
          </p:nvPr>
        </p:nvSpPr>
        <p:spPr>
          <a:xfrm>
            <a:off x="984346" y="232451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984346" y="3085144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984346" y="4606413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7"/>
          </p:nvPr>
        </p:nvSpPr>
        <p:spPr>
          <a:xfrm>
            <a:off x="984346" y="5367049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8"/>
          </p:nvPr>
        </p:nvSpPr>
        <p:spPr>
          <a:xfrm>
            <a:off x="984346" y="3845778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Only">
    <p:spTree>
      <p:nvGrpSpPr>
        <p:cNvPr id="1" name=""/>
        <p:cNvGrpSpPr/>
        <p:nvPr/>
      </p:nvGrpSpPr>
      <p:grpSpPr/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/>
        <p:txBody>
          <a:bodyPr lIns="0"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Picture Placeholder 2"/>
          <p:cNvSpPr>
            <a:spLocks noGrp="1"/>
          </p:cNvSpPr>
          <p:nvPr>
            <p:ph type="pic" idx="12"/>
          </p:nvPr>
        </p:nvSpPr>
        <p:spPr>
          <a:xfrm>
            <a:off x="7750906" y="80324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3"/>
          </p:nvPr>
        </p:nvSpPr>
        <p:spPr>
          <a:xfrm>
            <a:off x="7750906" y="1716003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4"/>
          </p:nvPr>
        </p:nvSpPr>
        <p:spPr>
          <a:xfrm>
            <a:off x="7750906" y="2628764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7750906" y="3541525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7750906" y="4454286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7"/>
          </p:nvPr>
        </p:nvSpPr>
        <p:spPr>
          <a:xfrm>
            <a:off x="7750906" y="5367049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974357" y="21326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974357" y="345169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974357" y="411121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974357" y="279217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7"/>
          </p:nvPr>
        </p:nvSpPr>
        <p:spPr>
          <a:xfrm>
            <a:off x="974357" y="477073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8"/>
          </p:nvPr>
        </p:nvSpPr>
        <p:spPr>
          <a:xfrm>
            <a:off x="974357" y="5430249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1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1370766" y="2463425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1370766" y="3340247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1370766" y="4217069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1370766" y="509389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l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idx="15"/>
          </p:nvPr>
        </p:nvSpPr>
        <p:spPr>
          <a:xfrm>
            <a:off x="1968502" y="1998522"/>
            <a:ext cx="707647" cy="70764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6" name="Picture Placeholder 3"/>
          <p:cNvSpPr>
            <a:spLocks noGrp="1"/>
          </p:cNvSpPr>
          <p:nvPr>
            <p:ph type="pic" idx="16"/>
          </p:nvPr>
        </p:nvSpPr>
        <p:spPr>
          <a:xfrm>
            <a:off x="2878831" y="1912069"/>
            <a:ext cx="936104" cy="936104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7"/>
          </p:nvPr>
        </p:nvSpPr>
        <p:spPr>
          <a:xfrm>
            <a:off x="4017618" y="2003059"/>
            <a:ext cx="707647" cy="70764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8" name="Picture Placeholder 3"/>
          <p:cNvSpPr>
            <a:spLocks noGrp="1"/>
          </p:cNvSpPr>
          <p:nvPr>
            <p:ph type="pic" idx="18"/>
          </p:nvPr>
        </p:nvSpPr>
        <p:spPr>
          <a:xfrm>
            <a:off x="4927947" y="2063217"/>
            <a:ext cx="633808" cy="63380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0" name="Picture Placeholder 3"/>
          <p:cNvSpPr>
            <a:spLocks noGrp="1"/>
          </p:cNvSpPr>
          <p:nvPr>
            <p:ph type="pic" idx="19"/>
          </p:nvPr>
        </p:nvSpPr>
        <p:spPr>
          <a:xfrm>
            <a:off x="1132009" y="2063217"/>
            <a:ext cx="633808" cy="63380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5FBB392-6104-4FAD-A785-69F10E13704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hasCustomPrompt="1"/>
          </p:nvPr>
        </p:nvSpPr>
        <p:spPr>
          <a:xfrm>
            <a:off x="838200" y="667447"/>
            <a:ext cx="10515600" cy="321919"/>
          </a:xfrm>
        </p:spPr>
        <p:txBody>
          <a:bodyPr anchor="b">
            <a:normAutofit/>
          </a:bodyPr>
          <a:lstStyle>
            <a:lvl1pPr marL="0" indent="0" algn="ctr">
              <a:buNone/>
              <a:defRPr sz="1200" b="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Subtitle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idx="15"/>
          </p:nvPr>
        </p:nvSpPr>
        <p:spPr>
          <a:xfrm>
            <a:off x="4007945" y="1980317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6" name="Picture Placeholder 3"/>
          <p:cNvSpPr>
            <a:spLocks noGrp="1"/>
          </p:cNvSpPr>
          <p:nvPr>
            <p:ph type="pic" idx="16"/>
          </p:nvPr>
        </p:nvSpPr>
        <p:spPr>
          <a:xfrm>
            <a:off x="5454316" y="1870381"/>
            <a:ext cx="1283368" cy="128336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7"/>
          </p:nvPr>
        </p:nvSpPr>
        <p:spPr>
          <a:xfrm>
            <a:off x="7120559" y="1980317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8" name="Picture Placeholder 3"/>
          <p:cNvSpPr>
            <a:spLocks noGrp="1"/>
          </p:cNvSpPr>
          <p:nvPr>
            <p:ph type="pic" idx="18"/>
          </p:nvPr>
        </p:nvSpPr>
        <p:spPr>
          <a:xfrm>
            <a:off x="8566931" y="2035801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0" name="Picture Placeholder 3"/>
          <p:cNvSpPr>
            <a:spLocks noGrp="1"/>
          </p:cNvSpPr>
          <p:nvPr>
            <p:ph type="pic" idx="19"/>
          </p:nvPr>
        </p:nvSpPr>
        <p:spPr>
          <a:xfrm>
            <a:off x="2672543" y="2035801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1" name="Picture Placeholder 3"/>
          <p:cNvSpPr>
            <a:spLocks noGrp="1"/>
          </p:cNvSpPr>
          <p:nvPr>
            <p:ph type="pic" idx="20"/>
          </p:nvPr>
        </p:nvSpPr>
        <p:spPr>
          <a:xfrm>
            <a:off x="9902334" y="2165996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2" name="Picture Placeholder 3"/>
          <p:cNvSpPr>
            <a:spLocks noGrp="1"/>
          </p:cNvSpPr>
          <p:nvPr>
            <p:ph type="pic" idx="21"/>
          </p:nvPr>
        </p:nvSpPr>
        <p:spPr>
          <a:xfrm>
            <a:off x="1597526" y="2165996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780919" y="1656784"/>
            <a:ext cx="8630162" cy="2210366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2"/>
          </p:nvPr>
        </p:nvSpPr>
        <p:spPr>
          <a:xfrm>
            <a:off x="1989669" y="1969477"/>
            <a:ext cx="3445762" cy="344576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466339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3"/>
          </p:nvPr>
        </p:nvSpPr>
        <p:spPr>
          <a:xfrm>
            <a:off x="1466339" y="3196139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4"/>
          </p:nvPr>
        </p:nvSpPr>
        <p:spPr>
          <a:xfrm>
            <a:off x="1466339" y="4884107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466339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3"/>
          </p:nvPr>
        </p:nvSpPr>
        <p:spPr>
          <a:xfrm>
            <a:off x="1466339" y="3828150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5"/>
          </p:nvPr>
        </p:nvSpPr>
        <p:spPr>
          <a:xfrm>
            <a:off x="6483056" y="1508171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6"/>
          </p:nvPr>
        </p:nvSpPr>
        <p:spPr>
          <a:xfrm>
            <a:off x="6483056" y="3828150"/>
            <a:ext cx="793638" cy="79363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629851" y="1656784"/>
            <a:ext cx="3519501" cy="4139582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Title Only">
    <p:spTree>
      <p:nvGrpSpPr>
        <p:cNvPr id="1" name=""/>
        <p:cNvGrpSpPr/>
        <p:nvPr/>
      </p:nvGrpSpPr>
      <p:grpSpPr/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660602" y="1123673"/>
            <a:ext cx="3600000" cy="36000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2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02" y="753655"/>
            <a:ext cx="9877697" cy="66515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0"/>
          </p:nvPr>
        </p:nvSpPr>
        <p:spPr>
          <a:xfrm>
            <a:off x="11421745" y="365670"/>
            <a:ext cx="388901" cy="365125"/>
          </a:xfrm>
        </p:spPr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1466339" y="421593"/>
            <a:ext cx="9898574" cy="333148"/>
          </a:xfrm>
        </p:spPr>
        <p:txBody>
          <a:bodyPr anchor="b">
            <a:normAutofit/>
          </a:bodyPr>
          <a:lstStyle>
            <a:lvl1pPr marL="0" indent="0">
              <a:buNone/>
              <a:defRPr sz="1200" i="1">
                <a:solidFill>
                  <a:schemeClr val="accent1"/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476102" y="2476219"/>
            <a:ext cx="2813236" cy="281323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297320" y="286100"/>
            <a:ext cx="4167104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130969" y="735983"/>
            <a:ext cx="3866966" cy="5386034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/>
      <p:sp>
        <p:nvSpPr>
          <p:cNvPr id="3" name="Slide Number Placeholder 2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Rounded Rectangle 3"/>
          <p:cNvSpPr>
            <a:spLocks noGrp="1"/>
          </p:cNvSpPr>
          <p:nvPr/>
        </p:nvSpPr>
        <p:spPr>
          <a:xfrm>
            <a:off x="297320" y="286100"/>
            <a:ext cx="4167104" cy="6327873"/>
          </a:xfrm>
          <a:prstGeom prst="roundRect">
            <a:avLst>
              <a:gd name="adj" fmla="val 56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928950" y="916736"/>
            <a:ext cx="2909403" cy="2889719"/>
          </a:xfrm>
          <a:prstGeom prst="roundRect">
            <a:avLst>
              <a:gd name="adj" fmla="val 1101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8_Title Only"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0" y="0"/>
            <a:ext cx="26786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Freeform 20"/>
          <p:cNvSpPr>
            <a:spLocks noGrp="1"/>
          </p:cNvSpPr>
          <p:nvPr/>
        </p:nvSpPr>
        <p:spPr>
          <a:xfrm>
            <a:off x="2065467" y="0"/>
            <a:ext cx="1012653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7327557" y="3552566"/>
            <a:ext cx="2755558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9_Title Only"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0" y="0"/>
            <a:ext cx="267865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Freeform 20"/>
          <p:cNvSpPr>
            <a:spLocks noGrp="1"/>
          </p:cNvSpPr>
          <p:nvPr/>
        </p:nvSpPr>
        <p:spPr>
          <a:xfrm>
            <a:off x="2065467" y="0"/>
            <a:ext cx="10126531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860408" y="826298"/>
            <a:ext cx="2755558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0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441629" y="4513609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1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1851975" y="437554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2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1851975" y="437554"/>
            <a:ext cx="723292" cy="72329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923675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5"/>
          </p:nvPr>
        </p:nvSpPr>
        <p:spPr>
          <a:xfrm>
            <a:off x="4247149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6"/>
          </p:nvPr>
        </p:nvSpPr>
        <p:spPr>
          <a:xfrm>
            <a:off x="5570623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7"/>
          </p:nvPr>
        </p:nvSpPr>
        <p:spPr>
          <a:xfrm>
            <a:off x="6894098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3_Title Only">
    <p:spTree>
      <p:nvGrpSpPr>
        <p:cNvPr id="1" name=""/>
        <p:cNvGrpSpPr/>
        <p:nvPr/>
      </p:nvGrpSpPr>
      <p:grpSpPr/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2923675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5"/>
          </p:nvPr>
        </p:nvSpPr>
        <p:spPr>
          <a:xfrm>
            <a:off x="4247149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6"/>
          </p:nvPr>
        </p:nvSpPr>
        <p:spPr>
          <a:xfrm>
            <a:off x="5570623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7"/>
          </p:nvPr>
        </p:nvSpPr>
        <p:spPr>
          <a:xfrm>
            <a:off x="6894098" y="2911642"/>
            <a:ext cx="1010652" cy="68580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8"/>
          </p:nvPr>
        </p:nvSpPr>
        <p:spPr>
          <a:xfrm>
            <a:off x="8980382" y="4752474"/>
            <a:ext cx="2442407" cy="1215190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4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1957333" y="623008"/>
            <a:ext cx="931472" cy="9314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5_Title Only">
    <p:spTree>
      <p:nvGrpSpPr>
        <p:cNvPr id="1" name=""/>
        <p:cNvGrpSpPr/>
        <p:nvPr/>
      </p:nvGrpSpPr>
      <p:grpSpPr/>
      <p:sp>
        <p:nvSpPr>
          <p:cNvPr id="3" name="Picture Placeholder 2"/>
          <p:cNvSpPr>
            <a:spLocks noGrp="1"/>
          </p:cNvSpPr>
          <p:nvPr>
            <p:ph type="pic" idx="13"/>
          </p:nvPr>
        </p:nvSpPr>
        <p:spPr>
          <a:xfrm>
            <a:off x="1957333" y="623008"/>
            <a:ext cx="931472" cy="9314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4" name="Picture Placeholder 2"/>
          <p:cNvSpPr>
            <a:spLocks noGrp="1"/>
          </p:cNvSpPr>
          <p:nvPr>
            <p:ph type="pic" idx="14"/>
          </p:nvPr>
        </p:nvSpPr>
        <p:spPr>
          <a:xfrm>
            <a:off x="7327556" y="3552566"/>
            <a:ext cx="2990336" cy="1896764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Title Only"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4"/>
          </p:nvPr>
        </p:nvSpPr>
        <p:spPr>
          <a:xfrm>
            <a:off x="1798874" y="2364343"/>
            <a:ext cx="1369667" cy="1369667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5"/>
          </p:nvPr>
        </p:nvSpPr>
        <p:spPr>
          <a:xfrm>
            <a:off x="1145538" y="4955230"/>
            <a:ext cx="600338" cy="600338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6"/>
          </p:nvPr>
        </p:nvSpPr>
        <p:spPr>
          <a:xfrm>
            <a:off x="2202813" y="4955230"/>
            <a:ext cx="600338" cy="600338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7"/>
          </p:nvPr>
        </p:nvSpPr>
        <p:spPr>
          <a:xfrm>
            <a:off x="3260088" y="4955230"/>
            <a:ext cx="600338" cy="600338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Title Only"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>
          <a:xfrm>
            <a:off x="827088" y="1261515"/>
            <a:ext cx="10537825" cy="333148"/>
          </a:xfrm>
        </p:spPr>
        <p:txBody>
          <a:bodyPr anchor="t">
            <a:normAutofit/>
          </a:bodyPr>
          <a:lstStyle>
            <a:lvl1pPr marL="0" indent="0">
              <a:buNone/>
              <a:defRPr sz="10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F7E9C3D7-7524-486C-B0C0-178B9875E59A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4"/>
          </p:nvPr>
        </p:nvSpPr>
        <p:spPr>
          <a:xfrm>
            <a:off x="1758352" y="2364343"/>
            <a:ext cx="1369667" cy="1369667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5"/>
          </p:nvPr>
        </p:nvSpPr>
        <p:spPr>
          <a:xfrm>
            <a:off x="5411166" y="2364343"/>
            <a:ext cx="1369667" cy="1369667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6"/>
          </p:nvPr>
        </p:nvSpPr>
        <p:spPr>
          <a:xfrm>
            <a:off x="9066966" y="2364343"/>
            <a:ext cx="1369667" cy="1369667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and Content">
    <p:spTree>
      <p:nvGrpSpPr>
        <p:cNvPr id="1" name=""/>
        <p:cNvGrpSpPr/>
        <p:nvPr/>
      </p:nvGrpSpPr>
      <p:grpSpPr/>
      <p:sp>
        <p:nvSpPr>
          <p:cNvPr id="5" name="Picture Placeholder 3"/>
          <p:cNvSpPr>
            <a:spLocks noGrp="1"/>
          </p:cNvSpPr>
          <p:nvPr>
            <p:ph type="pic" idx="15"/>
          </p:nvPr>
        </p:nvSpPr>
        <p:spPr>
          <a:xfrm>
            <a:off x="4007945" y="502246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6" name="Picture Placeholder 3"/>
          <p:cNvSpPr>
            <a:spLocks noGrp="1"/>
          </p:cNvSpPr>
          <p:nvPr>
            <p:ph type="pic" idx="16"/>
          </p:nvPr>
        </p:nvSpPr>
        <p:spPr>
          <a:xfrm>
            <a:off x="5454316" y="392310"/>
            <a:ext cx="1283368" cy="128336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7"/>
          </p:nvPr>
        </p:nvSpPr>
        <p:spPr>
          <a:xfrm>
            <a:off x="7120559" y="502246"/>
            <a:ext cx="1063496" cy="1063496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8" name="Picture Placeholder 3"/>
          <p:cNvSpPr>
            <a:spLocks noGrp="1"/>
          </p:cNvSpPr>
          <p:nvPr>
            <p:ph type="pic" idx="18"/>
          </p:nvPr>
        </p:nvSpPr>
        <p:spPr>
          <a:xfrm>
            <a:off x="8566931" y="557730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0" name="Picture Placeholder 3"/>
          <p:cNvSpPr>
            <a:spLocks noGrp="1"/>
          </p:cNvSpPr>
          <p:nvPr>
            <p:ph type="pic" idx="19"/>
          </p:nvPr>
        </p:nvSpPr>
        <p:spPr>
          <a:xfrm>
            <a:off x="2672543" y="557730"/>
            <a:ext cx="952528" cy="952528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1" name="Picture Placeholder 3"/>
          <p:cNvSpPr>
            <a:spLocks noGrp="1"/>
          </p:cNvSpPr>
          <p:nvPr>
            <p:ph type="pic" idx="20"/>
          </p:nvPr>
        </p:nvSpPr>
        <p:spPr>
          <a:xfrm>
            <a:off x="9902334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2" name="Picture Placeholder 3"/>
          <p:cNvSpPr>
            <a:spLocks noGrp="1"/>
          </p:cNvSpPr>
          <p:nvPr>
            <p:ph type="pic" idx="21"/>
          </p:nvPr>
        </p:nvSpPr>
        <p:spPr>
          <a:xfrm>
            <a:off x="1597526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3" name="Picture Placeholder 3"/>
          <p:cNvSpPr>
            <a:spLocks noGrp="1"/>
          </p:cNvSpPr>
          <p:nvPr>
            <p:ph type="pic" idx="22"/>
          </p:nvPr>
        </p:nvSpPr>
        <p:spPr>
          <a:xfrm>
            <a:off x="522507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4" name="Picture Placeholder 3"/>
          <p:cNvSpPr>
            <a:spLocks noGrp="1"/>
          </p:cNvSpPr>
          <p:nvPr>
            <p:ph type="pic" idx="23"/>
          </p:nvPr>
        </p:nvSpPr>
        <p:spPr>
          <a:xfrm>
            <a:off x="10977352" y="687925"/>
            <a:ext cx="692143" cy="692143"/>
          </a:xfrm>
          <a:prstGeom prst="ellipse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and Content">
    <p:spTree>
      <p:nvGrpSpPr>
        <p:cNvPr id="1" name=""/>
        <p:cNvGrpSpPr/>
        <p:nvPr/>
      </p:nvGrpSpPr>
      <p:grpSpPr/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44340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130760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217181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3036015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7"/>
          </p:nvPr>
        </p:nvSpPr>
        <p:spPr>
          <a:xfrm>
            <a:off x="3900219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8"/>
          </p:nvPr>
        </p:nvSpPr>
        <p:spPr>
          <a:xfrm>
            <a:off x="4764423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9"/>
          </p:nvPr>
        </p:nvSpPr>
        <p:spPr>
          <a:xfrm>
            <a:off x="5628627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20"/>
          </p:nvPr>
        </p:nvSpPr>
        <p:spPr>
          <a:xfrm>
            <a:off x="6492831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4" name="Picture Placeholder 2"/>
          <p:cNvSpPr>
            <a:spLocks noGrp="1"/>
          </p:cNvSpPr>
          <p:nvPr>
            <p:ph type="pic" idx="21"/>
          </p:nvPr>
        </p:nvSpPr>
        <p:spPr>
          <a:xfrm>
            <a:off x="7357038" y="1735547"/>
            <a:ext cx="661753" cy="6617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22"/>
          </p:nvPr>
        </p:nvSpPr>
        <p:spPr>
          <a:xfrm>
            <a:off x="83820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6" name="Picture Placeholder 4"/>
          <p:cNvSpPr>
            <a:spLocks noGrp="1"/>
          </p:cNvSpPr>
          <p:nvPr>
            <p:ph type="pic" idx="23"/>
          </p:nvPr>
        </p:nvSpPr>
        <p:spPr>
          <a:xfrm>
            <a:off x="193621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7" name="Picture Placeholder 4"/>
          <p:cNvSpPr>
            <a:spLocks noGrp="1"/>
          </p:cNvSpPr>
          <p:nvPr>
            <p:ph type="pic" idx="24"/>
          </p:nvPr>
        </p:nvSpPr>
        <p:spPr>
          <a:xfrm>
            <a:off x="303423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8" name="Picture Placeholder 4"/>
          <p:cNvSpPr>
            <a:spLocks noGrp="1"/>
          </p:cNvSpPr>
          <p:nvPr>
            <p:ph type="pic" idx="25"/>
          </p:nvPr>
        </p:nvSpPr>
        <p:spPr>
          <a:xfrm>
            <a:off x="413224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0" name="Picture Placeholder 4"/>
          <p:cNvSpPr>
            <a:spLocks noGrp="1"/>
          </p:cNvSpPr>
          <p:nvPr>
            <p:ph type="pic" idx="26"/>
          </p:nvPr>
        </p:nvSpPr>
        <p:spPr>
          <a:xfrm>
            <a:off x="523026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1" name="Picture Placeholder 4"/>
          <p:cNvSpPr>
            <a:spLocks noGrp="1"/>
          </p:cNvSpPr>
          <p:nvPr>
            <p:ph type="pic" idx="27"/>
          </p:nvPr>
        </p:nvSpPr>
        <p:spPr>
          <a:xfrm>
            <a:off x="632827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2" name="Picture Placeholder 4"/>
          <p:cNvSpPr>
            <a:spLocks noGrp="1"/>
          </p:cNvSpPr>
          <p:nvPr>
            <p:ph type="pic" idx="28"/>
          </p:nvPr>
        </p:nvSpPr>
        <p:spPr>
          <a:xfrm>
            <a:off x="742629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3" name="Picture Placeholder 4"/>
          <p:cNvSpPr>
            <a:spLocks noGrp="1"/>
          </p:cNvSpPr>
          <p:nvPr>
            <p:ph type="pic" idx="29"/>
          </p:nvPr>
        </p:nvSpPr>
        <p:spPr>
          <a:xfrm>
            <a:off x="8524305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4" name="Picture Placeholder 4"/>
          <p:cNvSpPr>
            <a:spLocks noGrp="1"/>
          </p:cNvSpPr>
          <p:nvPr>
            <p:ph type="pic" idx="30"/>
          </p:nvPr>
        </p:nvSpPr>
        <p:spPr>
          <a:xfrm>
            <a:off x="9622320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5" name="Picture Placeholder 4"/>
          <p:cNvSpPr>
            <a:spLocks noGrp="1"/>
          </p:cNvSpPr>
          <p:nvPr>
            <p:ph type="pic" idx="31"/>
          </p:nvPr>
        </p:nvSpPr>
        <p:spPr>
          <a:xfrm>
            <a:off x="10720339" y="4773661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6" name="Picture Placeholder 4"/>
          <p:cNvSpPr>
            <a:spLocks noGrp="1"/>
          </p:cNvSpPr>
          <p:nvPr>
            <p:ph type="pic" idx="32"/>
          </p:nvPr>
        </p:nvSpPr>
        <p:spPr>
          <a:xfrm>
            <a:off x="838200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7" name="Picture Placeholder 4"/>
          <p:cNvSpPr>
            <a:spLocks noGrp="1"/>
          </p:cNvSpPr>
          <p:nvPr>
            <p:ph type="pic" idx="33"/>
          </p:nvPr>
        </p:nvSpPr>
        <p:spPr>
          <a:xfrm>
            <a:off x="1936215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8" name="Picture Placeholder 4"/>
          <p:cNvSpPr>
            <a:spLocks noGrp="1"/>
          </p:cNvSpPr>
          <p:nvPr>
            <p:ph type="pic" idx="34"/>
          </p:nvPr>
        </p:nvSpPr>
        <p:spPr>
          <a:xfrm>
            <a:off x="3034230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19" name="Picture Placeholder 4"/>
          <p:cNvSpPr>
            <a:spLocks noGrp="1"/>
          </p:cNvSpPr>
          <p:nvPr>
            <p:ph type="pic" idx="35"/>
          </p:nvPr>
        </p:nvSpPr>
        <p:spPr>
          <a:xfrm>
            <a:off x="4132245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20" name="Picture Placeholder 4"/>
          <p:cNvSpPr>
            <a:spLocks noGrp="1"/>
          </p:cNvSpPr>
          <p:nvPr>
            <p:ph type="pic" idx="36"/>
          </p:nvPr>
        </p:nvSpPr>
        <p:spPr>
          <a:xfrm>
            <a:off x="5230259" y="5646606"/>
            <a:ext cx="721871" cy="720080"/>
          </a:xfrm>
          <a:prstGeom prst="ellipse">
            <a:avLst/>
          </a:prstGeom>
          <a:noFill/>
        </p:spPr>
        <p:txBody>
          <a:bodyPr>
            <a:normAutofit/>
          </a:bodyPr>
          <a:lstStyle>
            <a:lvl1pPr marL="0" indent="0">
              <a:buNone/>
              <a:defRPr sz="1000"/>
            </a:lvl1pPr>
          </a:lstStyle>
          <a:p/>
        </p:txBody>
      </p:sp>
      <p:sp>
        <p:nvSpPr>
          <p:cNvPr id="22" name="Picture Placeholder 2"/>
          <p:cNvSpPr>
            <a:spLocks noGrp="1"/>
          </p:cNvSpPr>
          <p:nvPr>
            <p:ph type="pic" idx="13"/>
          </p:nvPr>
        </p:nvSpPr>
        <p:spPr>
          <a:xfrm>
            <a:off x="653144" y="522514"/>
            <a:ext cx="3329348" cy="2627088"/>
          </a:xfrm>
          <a:prstGeom prst="roundRect">
            <a:avLst>
              <a:gd name="adj" fmla="val 8902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Only">
    <p:spTree>
      <p:nvGrpSpPr>
        <p:cNvPr id="1" name=""/>
        <p:cNvGrpSpPr/>
        <p:nvPr/>
      </p:nvGrpSpPr>
      <p:grpSpPr/>
      <p:sp>
        <p:nvSpPr>
          <p:cNvPr id="11" name="Picture Placeholder 2"/>
          <p:cNvSpPr>
            <a:spLocks noGrp="1"/>
          </p:cNvSpPr>
          <p:nvPr>
            <p:ph type="pic" idx="12"/>
          </p:nvPr>
        </p:nvSpPr>
        <p:spPr>
          <a:xfrm>
            <a:off x="7750906" y="34604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3"/>
          </p:nvPr>
        </p:nvSpPr>
        <p:spPr>
          <a:xfrm>
            <a:off x="7750906" y="1258803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4"/>
          </p:nvPr>
        </p:nvSpPr>
        <p:spPr>
          <a:xfrm>
            <a:off x="7750906" y="2171564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7750906" y="3084325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7750906" y="3997086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7"/>
          </p:nvPr>
        </p:nvSpPr>
        <p:spPr>
          <a:xfrm>
            <a:off x="7750906" y="4909849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8"/>
          </p:nvPr>
        </p:nvSpPr>
        <p:spPr>
          <a:xfrm>
            <a:off x="7750906" y="5822612"/>
            <a:ext cx="739951" cy="73995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Only">
    <p:spTree>
      <p:nvGrpSpPr>
        <p:cNvPr id="1" name=""/>
        <p:cNvGrpSpPr/>
        <p:nvPr/>
      </p:nvGrpSpPr>
      <p:grpSpPr/>
      <p:sp>
        <p:nvSpPr>
          <p:cNvPr id="11" name="Picture Placeholder 2"/>
          <p:cNvSpPr>
            <a:spLocks noGrp="1"/>
          </p:cNvSpPr>
          <p:nvPr>
            <p:ph type="pic" idx="12"/>
          </p:nvPr>
        </p:nvSpPr>
        <p:spPr>
          <a:xfrm>
            <a:off x="490861" y="33878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3"/>
          </p:nvPr>
        </p:nvSpPr>
        <p:spPr>
          <a:xfrm>
            <a:off x="490861" y="113590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4"/>
          </p:nvPr>
        </p:nvSpPr>
        <p:spPr>
          <a:xfrm>
            <a:off x="490861" y="193301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490861" y="273013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490861" y="4324360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7"/>
          </p:nvPr>
        </p:nvSpPr>
        <p:spPr>
          <a:xfrm>
            <a:off x="490861" y="512147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8"/>
          </p:nvPr>
        </p:nvSpPr>
        <p:spPr>
          <a:xfrm>
            <a:off x="490861" y="3527245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4" name="Picture Placeholder 2"/>
          <p:cNvSpPr>
            <a:spLocks noGrp="1"/>
          </p:cNvSpPr>
          <p:nvPr>
            <p:ph type="pic" idx="19"/>
          </p:nvPr>
        </p:nvSpPr>
        <p:spPr>
          <a:xfrm>
            <a:off x="490861" y="5918591"/>
            <a:ext cx="633701" cy="63370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/>
      <p:sp>
        <p:nvSpPr>
          <p:cNvPr id="5" name="Picture Placeholder 2"/>
          <p:cNvSpPr>
            <a:spLocks noGrp="1"/>
          </p:cNvSpPr>
          <p:nvPr>
            <p:ph type="pic" idx="13"/>
          </p:nvPr>
        </p:nvSpPr>
        <p:spPr>
          <a:xfrm>
            <a:off x="560998" y="21326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560998" y="35769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560998" y="429910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560998" y="285480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0" name="Picture Placeholder 2"/>
          <p:cNvSpPr>
            <a:spLocks noGrp="1"/>
          </p:cNvSpPr>
          <p:nvPr>
            <p:ph type="pic" idx="17"/>
          </p:nvPr>
        </p:nvSpPr>
        <p:spPr>
          <a:xfrm>
            <a:off x="560998" y="5021251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8"/>
          </p:nvPr>
        </p:nvSpPr>
        <p:spPr>
          <a:xfrm>
            <a:off x="560998" y="5743400"/>
            <a:ext cx="616072" cy="61607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6_Title Only">
    <p:spTree>
      <p:nvGrpSpPr>
        <p:cNvPr id="1" name=""/>
        <p:cNvGrpSpPr/>
        <p:nvPr/>
      </p:nvGrpSpPr>
      <p:grpSpPr/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49" name="Picture Placeholder 2"/>
          <p:cNvSpPr>
            <a:spLocks noGrp="1"/>
          </p:cNvSpPr>
          <p:nvPr>
            <p:ph type="pic" idx="14"/>
          </p:nvPr>
        </p:nvSpPr>
        <p:spPr>
          <a:xfrm>
            <a:off x="519115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0" name="Picture Placeholder 2"/>
          <p:cNvSpPr>
            <a:spLocks noGrp="1"/>
          </p:cNvSpPr>
          <p:nvPr>
            <p:ph type="pic" idx="15"/>
          </p:nvPr>
        </p:nvSpPr>
        <p:spPr>
          <a:xfrm>
            <a:off x="2885797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1" name="Picture Placeholder 2"/>
          <p:cNvSpPr>
            <a:spLocks noGrp="1"/>
          </p:cNvSpPr>
          <p:nvPr>
            <p:ph type="pic" idx="16"/>
          </p:nvPr>
        </p:nvSpPr>
        <p:spPr>
          <a:xfrm>
            <a:off x="5260163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2" name="Picture Placeholder 2"/>
          <p:cNvSpPr>
            <a:spLocks noGrp="1"/>
          </p:cNvSpPr>
          <p:nvPr>
            <p:ph type="pic" idx="17"/>
          </p:nvPr>
        </p:nvSpPr>
        <p:spPr>
          <a:xfrm>
            <a:off x="7665266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4" name="Picture Placeholder 2"/>
          <p:cNvSpPr>
            <a:spLocks noGrp="1"/>
          </p:cNvSpPr>
          <p:nvPr>
            <p:ph type="pic" idx="18"/>
          </p:nvPr>
        </p:nvSpPr>
        <p:spPr>
          <a:xfrm>
            <a:off x="10063051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Blank">
    <p:spTree>
      <p:nvGrpSpPr>
        <p:cNvPr id="1" name=""/>
        <p:cNvGrpSpPr/>
        <p:nvPr/>
      </p:nvGrpSpPr>
      <p:grpSpPr/>
      <p:sp>
        <p:nvSpPr>
          <p:cNvPr id="5" name="Picture Placeholder 3"/>
          <p:cNvSpPr>
            <a:spLocks noGrp="1"/>
          </p:cNvSpPr>
          <p:nvPr>
            <p:ph type="pic" idx="10"/>
          </p:nvPr>
        </p:nvSpPr>
        <p:spPr>
          <a:xfrm>
            <a:off x="1893732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Blank">
    <p:spTree>
      <p:nvGrpSpPr>
        <p:cNvPr id="1" name=""/>
        <p:cNvGrpSpPr/>
        <p:nvPr/>
      </p:nvGrpSpPr>
      <p:grpSpPr/>
      <p:sp>
        <p:nvSpPr>
          <p:cNvPr id="5" name="Picture Placeholder 3"/>
          <p:cNvSpPr>
            <a:spLocks noGrp="1"/>
          </p:cNvSpPr>
          <p:nvPr>
            <p:ph type="pic" idx="10"/>
          </p:nvPr>
        </p:nvSpPr>
        <p:spPr>
          <a:xfrm>
            <a:off x="878600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8" name="Picture Placeholder 3"/>
          <p:cNvSpPr>
            <a:spLocks noGrp="1"/>
          </p:cNvSpPr>
          <p:nvPr>
            <p:ph type="pic" idx="11"/>
          </p:nvPr>
        </p:nvSpPr>
        <p:spPr>
          <a:xfrm>
            <a:off x="3892261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9" name="Picture Placeholder 3"/>
          <p:cNvSpPr>
            <a:spLocks noGrp="1"/>
          </p:cNvSpPr>
          <p:nvPr>
            <p:ph type="pic" idx="12"/>
          </p:nvPr>
        </p:nvSpPr>
        <p:spPr>
          <a:xfrm>
            <a:off x="6905924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10" name="Picture Placeholder 3"/>
          <p:cNvSpPr>
            <a:spLocks noGrp="1"/>
          </p:cNvSpPr>
          <p:nvPr>
            <p:ph type="pic" idx="13"/>
          </p:nvPr>
        </p:nvSpPr>
        <p:spPr>
          <a:xfrm>
            <a:off x="9923445" y="379271"/>
            <a:ext cx="1384216" cy="138421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Only">
    <p:spTree>
      <p:nvGrpSpPr>
        <p:cNvPr id="1" name=""/>
        <p:cNvGrpSpPr/>
        <p:nvPr/>
      </p:nvGrpSpPr>
      <p:grpSpPr/>
      <p:sp>
        <p:nvSpPr>
          <p:cNvPr id="11" name="Picture Placeholder 2"/>
          <p:cNvSpPr>
            <a:spLocks noGrp="1"/>
          </p:cNvSpPr>
          <p:nvPr>
            <p:ph type="pic" idx="12"/>
          </p:nvPr>
        </p:nvSpPr>
        <p:spPr>
          <a:xfrm>
            <a:off x="5075637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3"/>
          </p:nvPr>
        </p:nvSpPr>
        <p:spPr>
          <a:xfrm>
            <a:off x="7656791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4"/>
          </p:nvPr>
        </p:nvSpPr>
        <p:spPr>
          <a:xfrm>
            <a:off x="10237945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Only">
    <p:spTree>
      <p:nvGrpSpPr>
        <p:cNvPr id="1" name=""/>
        <p:cNvGrpSpPr/>
        <p:nvPr/>
      </p:nvGrpSpPr>
      <p:grpSpPr/>
      <p:sp>
        <p:nvSpPr>
          <p:cNvPr id="11" name="Picture Placeholder 2"/>
          <p:cNvSpPr>
            <a:spLocks noGrp="1"/>
          </p:cNvSpPr>
          <p:nvPr>
            <p:ph type="pic" idx="12"/>
          </p:nvPr>
        </p:nvSpPr>
        <p:spPr>
          <a:xfrm>
            <a:off x="6880744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3"/>
          </p:nvPr>
        </p:nvSpPr>
        <p:spPr>
          <a:xfrm>
            <a:off x="8555609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4"/>
          </p:nvPr>
        </p:nvSpPr>
        <p:spPr>
          <a:xfrm>
            <a:off x="10233546" y="404886"/>
            <a:ext cx="1041436" cy="104143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/>
      <p:sp>
        <p:nvSpPr>
          <p:cNvPr id="24" name="Picture Placeholder 2"/>
          <p:cNvSpPr>
            <a:spLocks noGrp="1"/>
          </p:cNvSpPr>
          <p:nvPr>
            <p:ph type="pic" idx="13"/>
          </p:nvPr>
        </p:nvSpPr>
        <p:spPr>
          <a:xfrm>
            <a:off x="439934" y="2752989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25" name="Picture Placeholder 2"/>
          <p:cNvSpPr>
            <a:spLocks noGrp="1"/>
          </p:cNvSpPr>
          <p:nvPr>
            <p:ph type="pic" idx="14"/>
          </p:nvPr>
        </p:nvSpPr>
        <p:spPr>
          <a:xfrm>
            <a:off x="439934" y="4055696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26" name="Picture Placeholder 2"/>
          <p:cNvSpPr>
            <a:spLocks noGrp="1"/>
          </p:cNvSpPr>
          <p:nvPr>
            <p:ph type="pic" idx="15"/>
          </p:nvPr>
        </p:nvSpPr>
        <p:spPr>
          <a:xfrm>
            <a:off x="439934" y="5358403"/>
            <a:ext cx="984453" cy="98445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Blank"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Blank">
    <p:spTree>
      <p:nvGrpSpPr>
        <p:cNvPr id="1" name=""/>
        <p:cNvGrpSpPr/>
        <p:nvPr/>
      </p:nvGrpSpPr>
      <p:grpSpPr/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1272810" y="4981503"/>
            <a:ext cx="1244922" cy="124492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Blank">
    <p:spTree>
      <p:nvGrpSpPr>
        <p:cNvPr id="1" name=""/>
        <p:cNvGrpSpPr/>
        <p:nvPr/>
      </p:nvGrpSpPr>
      <p:grpSpPr/>
      <p:sp>
        <p:nvSpPr>
          <p:cNvPr id="7" name="Picture Placeholder 2"/>
          <p:cNvSpPr>
            <a:spLocks noGrp="1"/>
          </p:cNvSpPr>
          <p:nvPr>
            <p:ph type="pic" idx="10"/>
          </p:nvPr>
        </p:nvSpPr>
        <p:spPr>
          <a:xfrm>
            <a:off x="2557835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Blank">
    <p:spTree>
      <p:nvGrpSpPr>
        <p:cNvPr id="1" name=""/>
        <p:cNvGrpSpPr/>
        <p:nvPr/>
      </p:nvGrpSpPr>
      <p:grpSpPr/>
      <p:sp>
        <p:nvSpPr>
          <p:cNvPr id="4" name="Picture Placeholder 2"/>
          <p:cNvSpPr>
            <a:spLocks noGrp="1"/>
          </p:cNvSpPr>
          <p:nvPr>
            <p:ph type="pic" idx="10"/>
          </p:nvPr>
        </p:nvSpPr>
        <p:spPr>
          <a:xfrm>
            <a:off x="9641645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1"/>
          </p:nvPr>
        </p:nvSpPr>
        <p:spPr>
          <a:xfrm>
            <a:off x="1189822" y="2080456"/>
            <a:ext cx="7039778" cy="2159305"/>
          </a:xfrm>
          <a:prstGeom prst="round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Blank">
    <p:spTree>
      <p:nvGrpSpPr>
        <p:cNvPr id="1" name=""/>
        <p:cNvGrpSpPr/>
        <p:nvPr/>
      </p:nvGrpSpPr>
      <p:grpSpPr/>
      <p:sp>
        <p:nvSpPr>
          <p:cNvPr id="4" name="Picture Placeholder 2"/>
          <p:cNvSpPr>
            <a:spLocks noGrp="1"/>
          </p:cNvSpPr>
          <p:nvPr>
            <p:ph type="pic" idx="10"/>
          </p:nvPr>
        </p:nvSpPr>
        <p:spPr>
          <a:xfrm>
            <a:off x="1809689" y="280449"/>
            <a:ext cx="720503" cy="72050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Blank">
    <p:spTree>
      <p:nvGrpSpPr>
        <p:cNvPr id="1" name=""/>
        <p:cNvGrpSpPr/>
        <p:nvPr/>
      </p:nvGrpSpPr>
      <p:grpSpPr/>
      <p:sp>
        <p:nvSpPr>
          <p:cNvPr id="4" name="Picture Placeholder 2"/>
          <p:cNvSpPr>
            <a:spLocks noGrp="1"/>
          </p:cNvSpPr>
          <p:nvPr>
            <p:ph type="pic" idx="10"/>
          </p:nvPr>
        </p:nvSpPr>
        <p:spPr>
          <a:xfrm>
            <a:off x="4341121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5" name="Picture Placeholder 2"/>
          <p:cNvSpPr>
            <a:spLocks noGrp="1"/>
          </p:cNvSpPr>
          <p:nvPr>
            <p:ph type="pic" idx="11"/>
          </p:nvPr>
        </p:nvSpPr>
        <p:spPr>
          <a:xfrm>
            <a:off x="6049568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2"/>
          </p:nvPr>
        </p:nvSpPr>
        <p:spPr>
          <a:xfrm>
            <a:off x="7758015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3"/>
          </p:nvPr>
        </p:nvSpPr>
        <p:spPr>
          <a:xfrm>
            <a:off x="9466461" y="3173918"/>
            <a:ext cx="827842" cy="827842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Blank">
    <p:spTree>
      <p:nvGrpSpPr>
        <p:cNvPr id="1" name=""/>
        <p:cNvGrpSpPr/>
        <p:nvPr/>
      </p:nvGrpSpPr>
      <p:grpSpPr/>
      <p:sp>
        <p:nvSpPr>
          <p:cNvPr id="4" name="Picture Placeholder 2"/>
          <p:cNvSpPr>
            <a:spLocks noGrp="1"/>
          </p:cNvSpPr>
          <p:nvPr>
            <p:ph type="pic" idx="10"/>
          </p:nvPr>
        </p:nvSpPr>
        <p:spPr>
          <a:xfrm>
            <a:off x="3053805" y="498146"/>
            <a:ext cx="868279" cy="868279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Blank">
    <p:spTree>
      <p:nvGrpSpPr>
        <p:cNvPr id="1" name=""/>
        <p:cNvGrpSpPr/>
        <p:nvPr/>
      </p:nvGrpSpPr>
      <p:grpSpPr/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1410899" y="645621"/>
            <a:ext cx="968744" cy="968744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/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Blank"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Blank"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1"/>
          </p:nvPr>
        </p:nvSpPr>
        <p:spPr>
          <a:xfrm>
            <a:off x="7134927" y="2204627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  <p:sp>
        <p:nvSpPr>
          <p:cNvPr id="20" name="Picture Placeholder 2"/>
          <p:cNvSpPr>
            <a:spLocks noGrp="1"/>
          </p:cNvSpPr>
          <p:nvPr>
            <p:ph type="pic" idx="12"/>
          </p:nvPr>
        </p:nvSpPr>
        <p:spPr>
          <a:xfrm>
            <a:off x="10529985" y="3665127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  <p:sp>
        <p:nvSpPr>
          <p:cNvPr id="24" name="Picture Placeholder 2"/>
          <p:cNvSpPr>
            <a:spLocks noGrp="1"/>
          </p:cNvSpPr>
          <p:nvPr>
            <p:ph type="pic" idx="13"/>
          </p:nvPr>
        </p:nvSpPr>
        <p:spPr>
          <a:xfrm>
            <a:off x="7134927" y="5194570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Blank"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4" name="Picture Placeholder 2"/>
          <p:cNvSpPr>
            <a:spLocks noGrp="1"/>
          </p:cNvSpPr>
          <p:nvPr>
            <p:ph type="pic" idx="10"/>
          </p:nvPr>
        </p:nvSpPr>
        <p:spPr>
          <a:xfrm>
            <a:off x="11411919" y="206502"/>
            <a:ext cx="504076" cy="504076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  <p:sp>
        <p:nvSpPr>
          <p:cNvPr id="6" name="Picture Placeholder 2"/>
          <p:cNvSpPr>
            <a:spLocks noGrp="1"/>
          </p:cNvSpPr>
          <p:nvPr>
            <p:ph type="pic" idx="11"/>
          </p:nvPr>
        </p:nvSpPr>
        <p:spPr>
          <a:xfrm>
            <a:off x="839787" y="1631890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2"/>
          </p:nvPr>
        </p:nvSpPr>
        <p:spPr>
          <a:xfrm>
            <a:off x="839787" y="2488019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839787" y="3344148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  <p:sp>
        <p:nvSpPr>
          <p:cNvPr id="9" name="Picture Placeholder 2"/>
          <p:cNvSpPr>
            <a:spLocks noGrp="1"/>
          </p:cNvSpPr>
          <p:nvPr>
            <p:ph type="pic" idx="14"/>
          </p:nvPr>
        </p:nvSpPr>
        <p:spPr>
          <a:xfrm>
            <a:off x="839787" y="4200276"/>
            <a:ext cx="627217" cy="627217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700"/>
            </a:lvl1pPr>
          </a:lstStyle>
          <a:p/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Title Only">
    <p:spTree>
      <p:nvGrpSpPr>
        <p:cNvPr id="1" name=""/>
        <p:cNvGrpSpPr/>
        <p:nvPr/>
      </p:nvGrpSpPr>
      <p:grpSpPr/>
      <p:sp>
        <p:nvSpPr>
          <p:cNvPr id="91" name="Picture Placeholder 2"/>
          <p:cNvSpPr>
            <a:spLocks noGrp="1"/>
          </p:cNvSpPr>
          <p:nvPr>
            <p:ph type="pic" idx="18"/>
          </p:nvPr>
        </p:nvSpPr>
        <p:spPr>
          <a:xfrm>
            <a:off x="9913493" y="407025"/>
            <a:ext cx="764361" cy="764361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Title Only"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Freeform 20"/>
          <p:cNvSpPr>
            <a:spLocks noGrp="1"/>
          </p:cNvSpPr>
          <p:nvPr/>
        </p:nvSpPr>
        <p:spPr>
          <a:xfrm>
            <a:off x="1064302" y="0"/>
            <a:ext cx="11127697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Picture Placeholder 2"/>
          <p:cNvSpPr>
            <a:spLocks noGrp="1"/>
          </p:cNvSpPr>
          <p:nvPr>
            <p:ph type="pic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Title Only">
    <p:spTree>
      <p:nvGrpSpPr>
        <p:cNvPr id="1" name=""/>
        <p:cNvGrpSpPr/>
        <p:nvPr/>
      </p:nvGrpSpPr>
      <p:grpSpPr/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940290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90" name="Picture Placeholder 2"/>
          <p:cNvSpPr>
            <a:spLocks noGrp="1"/>
          </p:cNvSpPr>
          <p:nvPr>
            <p:ph type="pic" idx="17"/>
          </p:nvPr>
        </p:nvSpPr>
        <p:spPr>
          <a:xfrm>
            <a:off x="7003869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91" name="Picture Placeholder 2"/>
          <p:cNvSpPr>
            <a:spLocks noGrp="1"/>
          </p:cNvSpPr>
          <p:nvPr>
            <p:ph type="pic" idx="18"/>
          </p:nvPr>
        </p:nvSpPr>
        <p:spPr>
          <a:xfrm>
            <a:off x="9104517" y="207515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3_Title Only"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Freeform 20"/>
          <p:cNvSpPr>
            <a:spLocks noGrp="1"/>
          </p:cNvSpPr>
          <p:nvPr/>
        </p:nvSpPr>
        <p:spPr>
          <a:xfrm>
            <a:off x="1064302" y="0"/>
            <a:ext cx="11127697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Picture Placeholder 2"/>
          <p:cNvSpPr>
            <a:spLocks noGrp="1"/>
          </p:cNvSpPr>
          <p:nvPr>
            <p:ph type="pic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7"/>
          </p:nvPr>
        </p:nvSpPr>
        <p:spPr>
          <a:xfrm>
            <a:off x="1706154" y="395600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Title Only">
    <p:spTree>
      <p:nvGrpSpPr>
        <p:cNvPr id="1" name=""/>
        <p:cNvGrpSpPr/>
        <p:nvPr/>
      </p:nvGrpSpPr>
      <p:grpSpPr/>
      <p:sp>
        <p:nvSpPr>
          <p:cNvPr id="4" name="Picture Placeholder 2"/>
          <p:cNvSpPr>
            <a:spLocks noGrp="1"/>
          </p:cNvSpPr>
          <p:nvPr>
            <p:ph type="pic" idx="18"/>
          </p:nvPr>
        </p:nvSpPr>
        <p:spPr>
          <a:xfrm>
            <a:off x="11545796" y="108502"/>
            <a:ext cx="513590" cy="51359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4_Title Only">
    <p:spTree>
      <p:nvGrpSpPr>
        <p:cNvPr id="1" name=""/>
        <p:cNvGrpSpPr/>
        <p:nvPr/>
      </p:nvGrpSpPr>
      <p:grpSpPr/>
      <p:sp>
        <p:nvSpPr>
          <p:cNvPr id="4" name="Picture Placeholder 2"/>
          <p:cNvSpPr>
            <a:spLocks noGrp="1"/>
          </p:cNvSpPr>
          <p:nvPr>
            <p:ph type="pic" idx="18"/>
          </p:nvPr>
        </p:nvSpPr>
        <p:spPr>
          <a:xfrm>
            <a:off x="122106" y="108502"/>
            <a:ext cx="513590" cy="51359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Blank">
    <p:spTree>
      <p:nvGrpSpPr>
        <p:cNvPr id="1" name=""/>
        <p:cNvGrpSpPr/>
        <p:nvPr/>
      </p:nvGrpSpPr>
      <p:grpSpPr/>
      <p:sp>
        <p:nvSpPr>
          <p:cNvPr id="10" name="Picture Placeholder 9"/>
          <p:cNvSpPr>
            <a:spLocks noGrp="1"/>
          </p:cNvSpPr>
          <p:nvPr>
            <p:ph type="pic" idx="10" hasCustomPrompt="1"/>
          </p:nvPr>
        </p:nvSpPr>
        <p:spPr>
          <a:xfrm>
            <a:off x="1393674" y="4538992"/>
            <a:ext cx="668806" cy="668806"/>
          </a:xfrm>
          <a:custGeom>
            <a:avLst/>
            <a:gdLst/>
            <a:ahLst/>
            <a:cxnLst/>
            <a:rect l="l" t="t" r="r" b="b"/>
            <a:pathLst>
              <a:path w="668806" h="668806">
                <a:moveTo>
                  <a:pt x="334403" y="0"/>
                </a:moveTo>
                <a:cubicBezTo>
                  <a:pt x="519089" y="0"/>
                  <a:pt x="668806" y="149717"/>
                  <a:pt x="668806" y="334403"/>
                </a:cubicBezTo>
                <a:cubicBezTo>
                  <a:pt x="668806" y="519089"/>
                  <a:pt x="519089" y="668806"/>
                  <a:pt x="334403" y="668806"/>
                </a:cubicBezTo>
                <a:cubicBezTo>
                  <a:pt x="149717" y="668806"/>
                  <a:pt x="0" y="519089"/>
                  <a:pt x="0" y="334403"/>
                </a:cubicBezTo>
                <a:cubicBezTo>
                  <a:pt x="0" y="149717"/>
                  <a:pt x="149717" y="0"/>
                  <a:pt x="334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t> 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idx="11" hasCustomPrompt="1"/>
          </p:nvPr>
        </p:nvSpPr>
        <p:spPr>
          <a:xfrm>
            <a:off x="1393674" y="5546509"/>
            <a:ext cx="668806" cy="668806"/>
          </a:xfrm>
          <a:custGeom>
            <a:avLst/>
            <a:gdLst/>
            <a:ahLst/>
            <a:cxnLst/>
            <a:rect l="l" t="t" r="r" b="b"/>
            <a:pathLst>
              <a:path w="668806" h="668806">
                <a:moveTo>
                  <a:pt x="334403" y="0"/>
                </a:moveTo>
                <a:cubicBezTo>
                  <a:pt x="519089" y="0"/>
                  <a:pt x="668806" y="149717"/>
                  <a:pt x="668806" y="334403"/>
                </a:cubicBezTo>
                <a:cubicBezTo>
                  <a:pt x="668806" y="519089"/>
                  <a:pt x="519089" y="668806"/>
                  <a:pt x="334403" y="668806"/>
                </a:cubicBezTo>
                <a:cubicBezTo>
                  <a:pt x="149717" y="668806"/>
                  <a:pt x="0" y="519089"/>
                  <a:pt x="0" y="334403"/>
                </a:cubicBezTo>
                <a:cubicBezTo>
                  <a:pt x="0" y="149717"/>
                  <a:pt x="149717" y="0"/>
                  <a:pt x="3344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t> 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 Medium"/>
                <a:ea typeface="Montserrat Medium"/>
                <a:cs typeface="Montserrat Medium"/>
              </a:rPr>
              <a:t>Date Range </a:t>
            </a: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200" b="1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Q1</a:t>
            </a:r>
            <a:r>
              <a:rPr sz="1200" b="0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 Jan ~ Mar </a:t>
            </a:r>
            <a:endParaRPr sz="1200" b="0" i="0" u="none" cap="none" spc="0">
              <a:ln>
                <a:noFill/>
              </a:ln>
              <a:solidFill>
                <a:srgbClr val="5B9BD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6" name="Freeform 29"/>
          <p:cNvSpPr>
            <a:spLocks noGrp="1"/>
          </p:cNvSpPr>
          <p:nvPr/>
        </p:nvSpPr>
        <p:spPr>
          <a:xfrm>
            <a:off x="1163005" y="201443"/>
            <a:ext cx="1100133" cy="280501"/>
          </a:xfrm>
          <a:custGeom>
            <a:avLst/>
            <a:gdLst/>
            <a:ahLst/>
            <a:cxnLst/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企业</a:t>
            </a: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LOGO</a:t>
            </a:r>
            <a:endParaRPr sz="1400" b="0" i="0" u="none" cap="none" spc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MARKETING</a:t>
            </a:r>
            <a:endParaRPr sz="1400" b="0" i="0" u="none" cap="none" spc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1"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 Medium"/>
                <a:ea typeface="Montserrat Medium"/>
                <a:cs typeface="Montserrat Medium"/>
              </a:rPr>
              <a:t>Date Range </a:t>
            </a: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200" b="1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Q1</a:t>
            </a:r>
            <a:r>
              <a:rPr sz="1200" b="0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 Jan ~ Mar </a:t>
            </a:r>
            <a:endParaRPr sz="1200" b="0" i="0" u="none" cap="none" spc="0">
              <a:ln>
                <a:noFill/>
              </a:ln>
              <a:solidFill>
                <a:srgbClr val="5B9BD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企业</a:t>
            </a: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LOGO</a:t>
            </a:r>
            <a:endParaRPr sz="1400" b="0" i="0" u="none" cap="none" spc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6" name="Freeform 29"/>
          <p:cNvSpPr>
            <a:spLocks noGrp="1"/>
          </p:cNvSpPr>
          <p:nvPr/>
        </p:nvSpPr>
        <p:spPr>
          <a:xfrm>
            <a:off x="1163005" y="201443"/>
            <a:ext cx="1100133" cy="280501"/>
          </a:xfrm>
          <a:custGeom>
            <a:avLst/>
            <a:gdLst/>
            <a:ahLst/>
            <a:cxnLst/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MARKETING</a:t>
            </a:r>
            <a:endParaRPr sz="1400" b="0" i="0" u="none" cap="none" spc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4"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9695935" y="155417"/>
            <a:ext cx="21868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 Medium"/>
                <a:ea typeface="Montserrat Medium"/>
                <a:cs typeface="Montserrat Medium"/>
              </a:rPr>
              <a:t>Date Range </a:t>
            </a: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200" b="1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Q4</a:t>
            </a:r>
            <a:r>
              <a:rPr sz="1200" b="0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 Oct ~ Des </a:t>
            </a:r>
            <a:endParaRPr sz="1200" b="0" i="0" u="none" cap="none" spc="0">
              <a:ln>
                <a:noFill/>
              </a:ln>
              <a:solidFill>
                <a:srgbClr val="5B9BD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" name="文本框 19"/>
          <p:cNvSpPr>
            <a:spLocks noGrp="1"/>
          </p:cNvSpPr>
          <p:nvPr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企业</a:t>
            </a: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LOGO</a:t>
            </a:r>
            <a:endParaRPr sz="1400" b="0" i="0" u="none" cap="none" spc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" name="Freeform 29"/>
          <p:cNvSpPr>
            <a:spLocks noGrp="1"/>
          </p:cNvSpPr>
          <p:nvPr/>
        </p:nvSpPr>
        <p:spPr>
          <a:xfrm>
            <a:off x="1163005" y="201443"/>
            <a:ext cx="1100133" cy="280501"/>
          </a:xfrm>
          <a:custGeom>
            <a:avLst/>
            <a:gdLst/>
            <a:ahLst/>
            <a:cxnLst/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MARKETING</a:t>
            </a:r>
            <a:endParaRPr sz="1400" b="0" i="0" u="none" cap="none" spc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/>
      <p:sp>
        <p:nvSpPr>
          <p:cNvPr id="13" name="Picture Placeholder 12"/>
          <p:cNvSpPr>
            <a:spLocks noGrp="1"/>
          </p:cNvSpPr>
          <p:nvPr>
            <p:ph type="pic" idx="10" hasCustomPrompt="1"/>
          </p:nvPr>
        </p:nvSpPr>
        <p:spPr>
          <a:xfrm>
            <a:off x="843280" y="3778841"/>
            <a:ext cx="564112" cy="564112"/>
          </a:xfrm>
          <a:custGeom>
            <a:avLst/>
            <a:gdLst/>
            <a:ahLst/>
            <a:cxnLst/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t> </a:t>
            </a:r>
          </a:p>
        </p:txBody>
      </p:sp>
      <p:sp>
        <p:nvSpPr>
          <p:cNvPr id="14" name="Picture Placeholder 13"/>
          <p:cNvSpPr>
            <a:spLocks noGrp="1"/>
          </p:cNvSpPr>
          <p:nvPr>
            <p:ph type="pic" idx="11" hasCustomPrompt="1"/>
          </p:nvPr>
        </p:nvSpPr>
        <p:spPr>
          <a:xfrm>
            <a:off x="519925" y="4654827"/>
            <a:ext cx="564112" cy="564112"/>
          </a:xfrm>
          <a:custGeom>
            <a:avLst/>
            <a:gdLst/>
            <a:ahLst/>
            <a:cxnLst/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t> 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idx="12" hasCustomPrompt="1"/>
          </p:nvPr>
        </p:nvSpPr>
        <p:spPr>
          <a:xfrm>
            <a:off x="843279" y="5624186"/>
            <a:ext cx="564112" cy="564112"/>
          </a:xfrm>
          <a:custGeom>
            <a:avLst/>
            <a:gdLst/>
            <a:ahLst/>
            <a:cxnLst/>
            <a:rect l="l" t="t" r="r" b="b"/>
            <a:pathLst>
              <a:path w="564112" h="564112">
                <a:moveTo>
                  <a:pt x="282056" y="0"/>
                </a:moveTo>
                <a:cubicBezTo>
                  <a:pt x="437831" y="0"/>
                  <a:pt x="564112" y="126281"/>
                  <a:pt x="564112" y="282056"/>
                </a:cubicBezTo>
                <a:cubicBezTo>
                  <a:pt x="564112" y="437831"/>
                  <a:pt x="437831" y="564112"/>
                  <a:pt x="282056" y="564112"/>
                </a:cubicBezTo>
                <a:cubicBezTo>
                  <a:pt x="126281" y="564112"/>
                  <a:pt x="0" y="437831"/>
                  <a:pt x="0" y="282056"/>
                </a:cubicBezTo>
                <a:cubicBezTo>
                  <a:pt x="0" y="126281"/>
                  <a:pt x="126281" y="0"/>
                  <a:pt x="28205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t> 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 Medium"/>
                <a:ea typeface="Montserrat Medium"/>
                <a:cs typeface="Montserrat Medium"/>
              </a:rPr>
              <a:t>Date Range </a:t>
            </a: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200" b="1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Q1</a:t>
            </a:r>
            <a:r>
              <a:rPr sz="1200" b="0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 Jan ~ Mar </a:t>
            </a:r>
            <a:endParaRPr sz="1200" b="0" i="0" u="none" cap="none" spc="0">
              <a:ln>
                <a:noFill/>
              </a:ln>
              <a:solidFill>
                <a:srgbClr val="5B9BD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3" name="文本框 22"/>
          <p:cNvSpPr>
            <a:spLocks noGrp="1"/>
          </p:cNvSpPr>
          <p:nvPr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企业</a:t>
            </a: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LOGO</a:t>
            </a:r>
            <a:endParaRPr sz="1400" b="0" i="0" u="none" cap="none" spc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" name="Freeform 29"/>
          <p:cNvSpPr>
            <a:spLocks noGrp="1"/>
          </p:cNvSpPr>
          <p:nvPr/>
        </p:nvSpPr>
        <p:spPr>
          <a:xfrm>
            <a:off x="1163005" y="201443"/>
            <a:ext cx="1100133" cy="280501"/>
          </a:xfrm>
          <a:custGeom>
            <a:avLst/>
            <a:gdLst/>
            <a:ahLst/>
            <a:cxnLst/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文本框 2"/>
          <p:cNvSpPr>
            <a:spLocks noGrp="1"/>
          </p:cNvSpPr>
          <p:nvPr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MARKETING</a:t>
            </a:r>
            <a:endParaRPr sz="1400" b="0" i="0" u="none" cap="none" spc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/>
      <p:sp>
        <p:nvSpPr>
          <p:cNvPr id="16" name="Picture Placeholder 15"/>
          <p:cNvSpPr>
            <a:spLocks noGrp="1"/>
          </p:cNvSpPr>
          <p:nvPr>
            <p:ph type="pic" idx="14" hasCustomPrompt="1"/>
          </p:nvPr>
        </p:nvSpPr>
        <p:spPr>
          <a:xfrm>
            <a:off x="4623115" y="4333853"/>
            <a:ext cx="580103" cy="580103"/>
          </a:xfrm>
          <a:custGeom>
            <a:avLst/>
            <a:gdLst/>
            <a:ahLst/>
            <a:cxnLst/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t> 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idx="15" hasCustomPrompt="1"/>
          </p:nvPr>
        </p:nvSpPr>
        <p:spPr>
          <a:xfrm>
            <a:off x="8299768" y="4333853"/>
            <a:ext cx="580103" cy="580103"/>
          </a:xfrm>
          <a:custGeom>
            <a:avLst/>
            <a:gdLst/>
            <a:ahLst/>
            <a:cxnLst/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t> </a:t>
            </a:r>
          </a:p>
        </p:txBody>
      </p:sp>
      <p:sp>
        <p:nvSpPr>
          <p:cNvPr id="15" name="Picture Placeholder 14"/>
          <p:cNvSpPr>
            <a:spLocks noGrp="1"/>
          </p:cNvSpPr>
          <p:nvPr>
            <p:ph type="pic" idx="13" hasCustomPrompt="1"/>
          </p:nvPr>
        </p:nvSpPr>
        <p:spPr>
          <a:xfrm>
            <a:off x="946462" y="4333853"/>
            <a:ext cx="580103" cy="580103"/>
          </a:xfrm>
          <a:custGeom>
            <a:avLst/>
            <a:gdLst/>
            <a:ahLst/>
            <a:cxnLst/>
            <a:rect l="l" t="t" r="r" b="b"/>
            <a:pathLst>
              <a:path w="580103" h="580103">
                <a:moveTo>
                  <a:pt x="62396" y="0"/>
                </a:moveTo>
                <a:lnTo>
                  <a:pt x="517707" y="0"/>
                </a:lnTo>
                <a:cubicBezTo>
                  <a:pt x="552167" y="0"/>
                  <a:pt x="580103" y="27936"/>
                  <a:pt x="580103" y="62396"/>
                </a:cubicBezTo>
                <a:lnTo>
                  <a:pt x="580103" y="517707"/>
                </a:lnTo>
                <a:cubicBezTo>
                  <a:pt x="580103" y="552167"/>
                  <a:pt x="552167" y="580103"/>
                  <a:pt x="517707" y="580103"/>
                </a:cubicBezTo>
                <a:lnTo>
                  <a:pt x="62396" y="580103"/>
                </a:lnTo>
                <a:cubicBezTo>
                  <a:pt x="27936" y="580103"/>
                  <a:pt x="0" y="552167"/>
                  <a:pt x="0" y="517707"/>
                </a:cubicBezTo>
                <a:lnTo>
                  <a:pt x="0" y="62396"/>
                </a:lnTo>
                <a:cubicBezTo>
                  <a:pt x="0" y="27936"/>
                  <a:pt x="27936" y="0"/>
                  <a:pt x="623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900"/>
            </a:lvl1pPr>
          </a:lstStyle>
          <a:p>
            <a:r>
              <a:t>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D21FCA15-75E8-4403-8195-95F9F041A1EF}" type="datetimeFigureOut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3D681018-CA26-4C24-99E8-55D8921F9ABC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9695935" y="155417"/>
            <a:ext cx="221086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 Medium"/>
                <a:ea typeface="Montserrat Medium"/>
                <a:cs typeface="Montserrat Medium"/>
              </a:rPr>
              <a:t>Date Range </a:t>
            </a: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200" b="1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Q3</a:t>
            </a:r>
            <a:r>
              <a:rPr sz="1200" b="0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 July ~ Sep </a:t>
            </a:r>
            <a:endParaRPr sz="1200" b="0" i="0" u="none" cap="none" spc="0">
              <a:ln>
                <a:noFill/>
              </a:ln>
              <a:solidFill>
                <a:srgbClr val="5B9BD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6" name="文本框 25"/>
          <p:cNvSpPr>
            <a:spLocks noGrp="1"/>
          </p:cNvSpPr>
          <p:nvPr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企业</a:t>
            </a: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LOGO</a:t>
            </a:r>
            <a:endParaRPr sz="1400" b="0" i="0" u="none" cap="none" spc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2" name="Freeform 29"/>
          <p:cNvSpPr>
            <a:spLocks noGrp="1"/>
          </p:cNvSpPr>
          <p:nvPr/>
        </p:nvSpPr>
        <p:spPr>
          <a:xfrm>
            <a:off x="1163005" y="201443"/>
            <a:ext cx="1100133" cy="280501"/>
          </a:xfrm>
          <a:custGeom>
            <a:avLst/>
            <a:gdLst/>
            <a:ahLst/>
            <a:cxnLst/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MARKETING</a:t>
            </a:r>
            <a:endParaRPr sz="1400" b="0" i="0" u="none" cap="none" spc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1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 hasCustomPrompt="1"/>
          </p:nvPr>
        </p:nvSpPr>
        <p:spPr>
          <a:xfrm>
            <a:off x="715622" y="1471123"/>
            <a:ext cx="1122612" cy="1122612"/>
          </a:xfrm>
          <a:custGeom>
            <a:avLst/>
            <a:gdLst/>
            <a:ahLst/>
            <a:cxnLst/>
            <a:rect l="l" t="t" r="r" b="b"/>
            <a:pathLst>
              <a:path w="1122612" h="1122612">
                <a:moveTo>
                  <a:pt x="561306" y="0"/>
                </a:moveTo>
                <a:cubicBezTo>
                  <a:pt x="871307" y="0"/>
                  <a:pt x="1122612" y="251305"/>
                  <a:pt x="1122612" y="561306"/>
                </a:cubicBezTo>
                <a:cubicBezTo>
                  <a:pt x="1122612" y="871307"/>
                  <a:pt x="871307" y="1122612"/>
                  <a:pt x="561306" y="1122612"/>
                </a:cubicBezTo>
                <a:cubicBezTo>
                  <a:pt x="251305" y="1122612"/>
                  <a:pt x="0" y="871307"/>
                  <a:pt x="0" y="561306"/>
                </a:cubicBezTo>
                <a:cubicBezTo>
                  <a:pt x="0" y="251305"/>
                  <a:pt x="251305" y="0"/>
                  <a:pt x="561306" y="0"/>
                </a:cubicBezTo>
                <a:close/>
              </a:path>
            </a:pathLst>
          </a:custGeom>
          <a:ln w="31750">
            <a:solidFill>
              <a:schemeClr val="bg1">
                <a:alpha val="40000"/>
              </a:schemeClr>
            </a:solidFill>
          </a:ln>
        </p:spPr>
        <p:txBody>
          <a:bodyPr wrap="square">
            <a:noAutofit/>
          </a:bodyPr>
          <a:lstStyle/>
          <a:p>
            <a:r>
              <a:t> </a:t>
            </a: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0" y="1"/>
            <a:ext cx="12192000" cy="62411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79400" dist="50800" dir="5400000" algn="l" rotWithShape="0">
              <a:schemeClr val="accent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" name="TextBox 2"/>
          <p:cNvSpPr>
            <a:spLocks noGrp="1"/>
          </p:cNvSpPr>
          <p:nvPr/>
        </p:nvSpPr>
        <p:spPr>
          <a:xfrm>
            <a:off x="9695935" y="155417"/>
            <a:ext cx="21547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 Medium"/>
                <a:ea typeface="Montserrat Medium"/>
                <a:cs typeface="Montserrat Medium"/>
              </a:rPr>
              <a:t>Date Range </a:t>
            </a:r>
            <a:r>
              <a:rPr sz="1100" b="0" i="0" u="none" cap="none" spc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200" b="1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Q1</a:t>
            </a:r>
            <a:r>
              <a:rPr sz="1200" b="0" i="0" u="none" cap="none" spc="0">
                <a:ln>
                  <a:noFill/>
                </a:ln>
                <a:solidFill>
                  <a:srgbClr val="5B9BD5"/>
                </a:solidFill>
                <a:latin typeface="Montserrat"/>
                <a:ea typeface="Montserrat"/>
                <a:cs typeface="Montserrat"/>
              </a:rPr>
              <a:t> Jan ~ Mar </a:t>
            </a:r>
            <a:endParaRPr sz="1200" b="0" i="0" u="none" cap="none" spc="0">
              <a:ln>
                <a:noFill/>
              </a:ln>
              <a:solidFill>
                <a:srgbClr val="5B9BD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125993" y="201443"/>
            <a:ext cx="10466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企业</a:t>
            </a:r>
            <a:r>
              <a:rPr sz="1400" b="0" i="0" u="none" cap="none" spc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微软雅黑 Light"/>
                <a:ea typeface="微软雅黑 Light"/>
                <a:cs typeface="微软雅黑 Light"/>
              </a:rPr>
              <a:t>LOGO</a:t>
            </a:r>
            <a:endParaRPr sz="1400" b="0" i="0" u="none" cap="none" spc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" name="Freeform 29"/>
          <p:cNvSpPr>
            <a:spLocks noGrp="1"/>
          </p:cNvSpPr>
          <p:nvPr/>
        </p:nvSpPr>
        <p:spPr>
          <a:xfrm>
            <a:off x="1163005" y="201443"/>
            <a:ext cx="1100133" cy="280501"/>
          </a:xfrm>
          <a:custGeom>
            <a:avLst/>
            <a:gdLst/>
            <a:ahLst/>
            <a:cxnLst/>
            <a:rect l="l" t="t" r="r" b="b"/>
            <a:pathLst>
              <a:path w="2360052" h="601742">
                <a:moveTo>
                  <a:pt x="32398" y="0"/>
                </a:moveTo>
                <a:lnTo>
                  <a:pt x="2327654" y="0"/>
                </a:lnTo>
                <a:cubicBezTo>
                  <a:pt x="2345547" y="0"/>
                  <a:pt x="2360052" y="14505"/>
                  <a:pt x="2360052" y="32398"/>
                </a:cubicBezTo>
                <a:lnTo>
                  <a:pt x="2360052" y="569344"/>
                </a:lnTo>
                <a:cubicBezTo>
                  <a:pt x="2360052" y="587237"/>
                  <a:pt x="2345547" y="601742"/>
                  <a:pt x="2327654" y="601742"/>
                </a:cubicBezTo>
                <a:lnTo>
                  <a:pt x="32398" y="601742"/>
                </a:lnTo>
                <a:cubicBezTo>
                  <a:pt x="14505" y="601742"/>
                  <a:pt x="0" y="587237"/>
                  <a:pt x="0" y="569344"/>
                </a:cubicBezTo>
                <a:lnTo>
                  <a:pt x="0" y="32398"/>
                </a:lnTo>
                <a:cubicBezTo>
                  <a:pt x="0" y="14505"/>
                  <a:pt x="14505" y="0"/>
                  <a:pt x="32398" y="0"/>
                </a:cubicBezTo>
                <a:close/>
              </a:path>
            </a:pathLst>
          </a:custGeom>
          <a:gradFill>
            <a:gsLst>
              <a:gs pos="0">
                <a:schemeClr val="accent5"/>
              </a:gs>
              <a:gs pos="90000">
                <a:schemeClr val="accent6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1153640" y="194503"/>
            <a:ext cx="11753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 spc="0">
                <a:ln>
                  <a:noFill/>
                </a:ln>
                <a:solidFill>
                  <a:prstClr val="whit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MARKETING</a:t>
            </a:r>
            <a:endParaRPr sz="1400" b="0" i="0" u="none" cap="none" spc="0">
              <a:ln>
                <a:noFill/>
              </a:ln>
              <a:solidFill>
                <a:prstClr val="whit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Title Slide">
    <p:spTree>
      <p:nvGrpSpPr>
        <p:cNvPr id="1" name=""/>
        <p:cNvGrpSpPr/>
        <p:nvPr/>
      </p:nvGrpSpPr>
      <p:grpSpPr/>
      <p:sp>
        <p:nvSpPr>
          <p:cNvPr id="4" name="Title 2"/>
          <p:cNvSpPr>
            <a:spLocks noGrp="1"/>
          </p:cNvSpPr>
          <p:nvPr>
            <p:ph type="title" hasCustomPrompt="1"/>
          </p:nvPr>
        </p:nvSpPr>
        <p:spPr>
          <a:xfrm>
            <a:off x="508002" y="177801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buNone/>
              <a:defRPr sz="3735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/>
      <p:sp>
        <p:nvSpPr>
          <p:cNvPr id="6" name="Picture Placeholder 3"/>
          <p:cNvSpPr>
            <a:spLocks noGrp="1"/>
          </p:cNvSpPr>
          <p:nvPr>
            <p:ph type="pic" idx="13"/>
          </p:nvPr>
        </p:nvSpPr>
        <p:spPr>
          <a:xfrm>
            <a:off x="945006" y="973395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4"/>
          </p:nvPr>
        </p:nvSpPr>
        <p:spPr>
          <a:xfrm>
            <a:off x="945006" y="3507823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8" name="Picture Placeholder 3"/>
          <p:cNvSpPr>
            <a:spLocks noGrp="1"/>
          </p:cNvSpPr>
          <p:nvPr>
            <p:ph type="pic" idx="15"/>
          </p:nvPr>
        </p:nvSpPr>
        <p:spPr>
          <a:xfrm>
            <a:off x="6171569" y="973395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  <p:sp>
        <p:nvSpPr>
          <p:cNvPr id="9" name="Picture Placeholder 3"/>
          <p:cNvSpPr>
            <a:spLocks noGrp="1"/>
          </p:cNvSpPr>
          <p:nvPr>
            <p:ph type="pic" idx="16"/>
          </p:nvPr>
        </p:nvSpPr>
        <p:spPr>
          <a:xfrm>
            <a:off x="6171569" y="3507823"/>
            <a:ext cx="5075425" cy="23767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Slide">
    <p:spTree>
      <p:nvGrpSpPr>
        <p:cNvPr id="1" name=""/>
        <p:cNvGrpSpPr/>
        <p:nvPr/>
      </p:nvGrpSpPr>
      <p:grpSpPr/>
      <p:sp>
        <p:nvSpPr>
          <p:cNvPr id="6" name="Picture Placeholder 5"/>
          <p:cNvSpPr>
            <a:spLocks noGrp="1"/>
          </p:cNvSpPr>
          <p:nvPr>
            <p:ph type="pic" idx="10" hasCustomPrompt="1"/>
          </p:nvPr>
        </p:nvSpPr>
        <p:spPr>
          <a:xfrm>
            <a:off x="0" y="0"/>
            <a:ext cx="12192000" cy="2667000"/>
          </a:xfrm>
          <a:custGeom>
            <a:avLst/>
            <a:gdLst/>
            <a:ahLst/>
            <a:cxnLst/>
            <a:rect l="l" t="t" r="r" b="b"/>
            <a:pathLst>
              <a:path w="12192000" h="2667000">
                <a:moveTo>
                  <a:pt x="0" y="0"/>
                </a:moveTo>
                <a:lnTo>
                  <a:pt x="12192000" y="0"/>
                </a:lnTo>
                <a:lnTo>
                  <a:pt x="12192000" y="2667000"/>
                </a:lnTo>
                <a:lnTo>
                  <a:pt x="0" y="2667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indent="0" algn="ctr">
              <a:buNone/>
            </a:pPr>
            <a:r>
              <a:t>Image placeholder</a:t>
            </a:r>
          </a:p>
          <a:p>
            <a:pPr marL="0" indent="0" algn="ctr">
              <a:buNone/>
            </a:pPr>
          </a:p>
        </p:txBody>
      </p:sp>
      <p:sp>
        <p:nvSpPr>
          <p:cNvPr id="2" name="Rectangle 1"/>
          <p:cNvSpPr>
            <a:spLocks noGrp="1"/>
          </p:cNvSpPr>
          <p:nvPr/>
        </p:nvSpPr>
        <p:spPr>
          <a:xfrm>
            <a:off x="0" y="2667000"/>
            <a:ext cx="12192000" cy="419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  <a:gs pos="50000">
                <a:schemeClr val="accent2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7_Title Only"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Freeform 20"/>
          <p:cNvSpPr>
            <a:spLocks noGrp="1"/>
          </p:cNvSpPr>
          <p:nvPr/>
        </p:nvSpPr>
        <p:spPr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4_Title Only"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Freeform 20"/>
          <p:cNvSpPr>
            <a:spLocks noGrp="1"/>
          </p:cNvSpPr>
          <p:nvPr/>
        </p:nvSpPr>
        <p:spPr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2278505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4"/>
          </p:nvPr>
        </p:nvSpPr>
        <p:spPr>
          <a:xfrm>
            <a:off x="8468139" y="2916085"/>
            <a:ext cx="2691375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5_Title Only"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Freeform 20"/>
          <p:cNvSpPr>
            <a:spLocks noGrp="1"/>
          </p:cNvSpPr>
          <p:nvPr/>
        </p:nvSpPr>
        <p:spPr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Picture Placeholder 2"/>
          <p:cNvSpPr>
            <a:spLocks noGrp="1"/>
          </p:cNvSpPr>
          <p:nvPr>
            <p:ph type="pic" idx="14"/>
          </p:nvPr>
        </p:nvSpPr>
        <p:spPr>
          <a:xfrm>
            <a:off x="1706154" y="458396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7" name="Picture Placeholder 2"/>
          <p:cNvSpPr>
            <a:spLocks noGrp="1"/>
          </p:cNvSpPr>
          <p:nvPr>
            <p:ph type="pic" idx="15"/>
          </p:nvPr>
        </p:nvSpPr>
        <p:spPr>
          <a:xfrm>
            <a:off x="1706154" y="5222943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  <p:sp>
        <p:nvSpPr>
          <p:cNvPr id="8" name="Picture Placeholder 2"/>
          <p:cNvSpPr>
            <a:spLocks noGrp="1"/>
          </p:cNvSpPr>
          <p:nvPr>
            <p:ph type="pic" idx="16"/>
          </p:nvPr>
        </p:nvSpPr>
        <p:spPr>
          <a:xfrm>
            <a:off x="1706154" y="5850905"/>
            <a:ext cx="460633" cy="460633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800"/>
            </a:lvl1pPr>
          </a:lstStyle>
          <a:p/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6_Title Only"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0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Freeform 20"/>
          <p:cNvSpPr>
            <a:spLocks noGrp="1"/>
          </p:cNvSpPr>
          <p:nvPr/>
        </p:nvSpPr>
        <p:spPr>
          <a:xfrm>
            <a:off x="1366463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286874" y="341423"/>
            <a:ext cx="852378" cy="85237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49" name="Picture Placeholder 2"/>
          <p:cNvSpPr>
            <a:spLocks noGrp="1"/>
          </p:cNvSpPr>
          <p:nvPr>
            <p:ph type="pic" idx="14"/>
          </p:nvPr>
        </p:nvSpPr>
        <p:spPr>
          <a:xfrm>
            <a:off x="2117533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0" name="Picture Placeholder 2"/>
          <p:cNvSpPr>
            <a:spLocks noGrp="1"/>
          </p:cNvSpPr>
          <p:nvPr>
            <p:ph type="pic" idx="15"/>
          </p:nvPr>
        </p:nvSpPr>
        <p:spPr>
          <a:xfrm>
            <a:off x="4484215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1" name="Picture Placeholder 2"/>
          <p:cNvSpPr>
            <a:spLocks noGrp="1"/>
          </p:cNvSpPr>
          <p:nvPr>
            <p:ph type="pic" idx="16"/>
          </p:nvPr>
        </p:nvSpPr>
        <p:spPr>
          <a:xfrm>
            <a:off x="6858581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52" name="Picture Placeholder 2"/>
          <p:cNvSpPr>
            <a:spLocks noGrp="1"/>
          </p:cNvSpPr>
          <p:nvPr>
            <p:ph type="pic" idx="17"/>
          </p:nvPr>
        </p:nvSpPr>
        <p:spPr>
          <a:xfrm>
            <a:off x="9263684" y="4867843"/>
            <a:ext cx="534528" cy="53452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7_Title Only"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9913495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Freeform 20"/>
          <p:cNvSpPr>
            <a:spLocks noGrp="1"/>
          </p:cNvSpPr>
          <p:nvPr/>
        </p:nvSpPr>
        <p:spPr>
          <a:xfrm flipV="1">
            <a:off x="0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8908827" y="1532214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  <p:sp>
        <p:nvSpPr>
          <p:cNvPr id="13" name="Picture Placeholder 2"/>
          <p:cNvSpPr>
            <a:spLocks noGrp="1"/>
          </p:cNvSpPr>
          <p:nvPr>
            <p:ph type="pic" idx="14"/>
          </p:nvPr>
        </p:nvSpPr>
        <p:spPr>
          <a:xfrm>
            <a:off x="1301529" y="2916085"/>
            <a:ext cx="2573241" cy="1559302"/>
          </a:xfrm>
          <a:prstGeom prst="roundRect">
            <a:avLst>
              <a:gd name="adj" fmla="val 12428"/>
            </a:avLst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8_Title Only">
    <p:spTree>
      <p:nvGrpSpPr>
        <p:cNvPr id="1" name=""/>
        <p:cNvGrpSpPr/>
        <p:nvPr/>
      </p:nvGrpSpPr>
      <p:grpSpPr/>
      <p:sp>
        <p:nvSpPr>
          <p:cNvPr id="4" name="Rectangle 3"/>
          <p:cNvSpPr>
            <a:spLocks noGrp="1"/>
          </p:cNvSpPr>
          <p:nvPr/>
        </p:nvSpPr>
        <p:spPr>
          <a:xfrm>
            <a:off x="9913495" y="0"/>
            <a:ext cx="227850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Freeform 20"/>
          <p:cNvSpPr>
            <a:spLocks noGrp="1"/>
          </p:cNvSpPr>
          <p:nvPr/>
        </p:nvSpPr>
        <p:spPr>
          <a:xfrm flipV="1">
            <a:off x="0" y="0"/>
            <a:ext cx="10825536" cy="6858000"/>
          </a:xfrm>
          <a:prstGeom prst="roundRect">
            <a:avLst>
              <a:gd name="adj" fmla="val 6325"/>
            </a:avLst>
          </a:prstGeom>
          <a:solidFill>
            <a:schemeClr val="bg1"/>
          </a:solidFill>
          <a:ln w="12700">
            <a:noFill/>
          </a:ln>
        </p:spPr>
        <p:txBody>
          <a:bodyPr vert="horz" wrap="square" lIns="91440" tIns="45720" rIns="91440" bIns="4572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937410" y="284328"/>
            <a:ext cx="1233268" cy="123326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/>
            </a:lvl1pPr>
          </a:lstStyle>
          <a:p/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5_Title Only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buNone/>
              <a:defRPr/>
            </a:lvl1pPr>
            <a:lvl2pPr>
              <a:spcBef>
                <a:spcPts val="1200"/>
              </a:spcBef>
              <a:buNone/>
              <a:defRPr/>
            </a:lvl2pPr>
            <a:lvl3pPr>
              <a:spcBef>
                <a:spcPts val="1200"/>
              </a:spcBef>
              <a:buNone/>
              <a:defRPr/>
            </a:lvl3pPr>
            <a:lvl4pPr>
              <a:spcBef>
                <a:spcPts val="1200"/>
              </a:spcBef>
              <a:buNone/>
              <a:defRPr/>
            </a:lvl4pPr>
            <a:lvl5pPr>
              <a:spcBef>
                <a:spcPts val="1200"/>
              </a:spcBef>
              <a:buNone/>
              <a:defRPr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/>
          <a:lstStyle>
            <a:lvl1pPr>
              <a:spcBef>
                <a:spcPts val="1200"/>
              </a:spcBef>
              <a:buNone/>
              <a:defRPr/>
            </a:lvl1pPr>
            <a:lvl2pPr>
              <a:spcBef>
                <a:spcPts val="1200"/>
              </a:spcBef>
              <a:buNone/>
              <a:defRPr/>
            </a:lvl2pPr>
            <a:lvl3pPr>
              <a:spcBef>
                <a:spcPts val="1200"/>
              </a:spcBef>
              <a:buNone/>
              <a:defRPr/>
            </a:lvl3pPr>
            <a:lvl4pPr>
              <a:spcBef>
                <a:spcPts val="1200"/>
              </a:spcBef>
              <a:buNone/>
              <a:defRPr/>
            </a:lvl4pPr>
            <a:lvl5pPr>
              <a:spcBef>
                <a:spcPts val="1200"/>
              </a:spcBef>
              <a:buNone/>
              <a:defRPr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no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600" indent="-228600">
              <a:spcBef>
                <a:spcPts val="1200"/>
              </a:spcBef>
              <a:buChar char="•"/>
              <a:defRPr sz="1600"/>
            </a:lvl2pPr>
            <a:lvl3pPr marL="476250" indent="-247650">
              <a:spcBef>
                <a:spcPts val="1200"/>
              </a:spcBef>
              <a:buChar char="–"/>
              <a:defRPr sz="1600"/>
            </a:lvl3pPr>
            <a:lvl4pPr marL="685800" indent="-228600">
              <a:spcBef>
                <a:spcPts val="1200"/>
              </a:spcBef>
              <a:buChar char="•"/>
              <a:defRPr sz="1600"/>
            </a:lvl4pPr>
            <a:lvl5pPr marL="914400" indent="-228600">
              <a:spcBef>
                <a:spcPts val="1200"/>
              </a:spcBef>
              <a:buChar char="–"/>
              <a:defRPr sz="16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ith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10363200" cy="4627563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228600" indent="-228600">
              <a:spcBef>
                <a:spcPts val="1200"/>
              </a:spcBef>
              <a:buChar char="•"/>
              <a:defRPr sz="1600"/>
            </a:lvl2pPr>
            <a:lvl3pPr marL="457200" indent="-228600">
              <a:spcBef>
                <a:spcPts val="1200"/>
              </a:spcBef>
              <a:buChar char="–"/>
              <a:defRPr sz="1600"/>
            </a:lvl3pPr>
            <a:lvl4pPr marL="685800" indent="-228600">
              <a:spcBef>
                <a:spcPts val="1200"/>
              </a:spcBef>
              <a:buChar char="•"/>
              <a:defRPr sz="1600"/>
            </a:lvl4pPr>
            <a:lvl5pPr marL="914400" indent="-228600">
              <a:spcBef>
                <a:spcPts val="1200"/>
              </a:spcBef>
              <a:buChar char="–"/>
              <a:defRPr sz="16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52420"/>
            <a:ext cx="5080000" cy="4525963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2400"/>
            </a:lvl6pPr>
            <a:lvl7pPr>
              <a:buNone/>
              <a:defRPr sz="2400"/>
            </a:lvl7pPr>
            <a:lvl8pPr>
              <a:buNone/>
              <a:defRPr sz="2400"/>
            </a:lvl8pPr>
            <a:lvl9pPr>
              <a:buNone/>
              <a:defRPr sz="24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97600" y="1452420"/>
            <a:ext cx="5080000" cy="4525963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2400"/>
            </a:lvl6pPr>
            <a:lvl7pPr>
              <a:buNone/>
              <a:defRPr sz="2400"/>
            </a:lvl7pPr>
            <a:lvl8pPr>
              <a:buNone/>
              <a:defRPr sz="2400"/>
            </a:lvl8pPr>
            <a:lvl9pPr>
              <a:buNone/>
              <a:defRPr sz="24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 Text 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2438400" cy="340743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3556000" y="1397000"/>
            <a:ext cx="2438400" cy="340743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6197600" y="1397000"/>
            <a:ext cx="2438400" cy="340743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7" name="Picture Placeholder 3"/>
          <p:cNvSpPr>
            <a:spLocks noGrp="1"/>
          </p:cNvSpPr>
          <p:nvPr>
            <p:ph type="pic" idx="13"/>
          </p:nvPr>
        </p:nvSpPr>
        <p:spPr>
          <a:xfrm>
            <a:off x="8839200" y="1397000"/>
            <a:ext cx="2438400" cy="340743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10" name="Text Placeholder 9"/>
          <p:cNvSpPr>
            <a:spLocks noGrp="1"/>
          </p:cNvSpPr>
          <p:nvPr>
            <p:ph type="body" idx="14"/>
          </p:nvPr>
        </p:nvSpPr>
        <p:spPr>
          <a:xfrm>
            <a:off x="9144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idx="15"/>
          </p:nvPr>
        </p:nvSpPr>
        <p:spPr>
          <a:xfrm>
            <a:off x="35560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Text Placeholder 9"/>
          <p:cNvSpPr>
            <a:spLocks noGrp="1"/>
          </p:cNvSpPr>
          <p:nvPr>
            <p:ph type="body" idx="16"/>
          </p:nvPr>
        </p:nvSpPr>
        <p:spPr>
          <a:xfrm>
            <a:off x="61976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idx="17"/>
          </p:nvPr>
        </p:nvSpPr>
        <p:spPr>
          <a:xfrm>
            <a:off x="8839200" y="4980565"/>
            <a:ext cx="2438400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 Text 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6999"/>
            <a:ext cx="3328416" cy="340743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4431792" y="1396999"/>
            <a:ext cx="3328416" cy="340743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7949184" y="1396999"/>
            <a:ext cx="3328416" cy="340743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8" name="Text Placeholder 9"/>
          <p:cNvSpPr>
            <a:spLocks noGrp="1"/>
          </p:cNvSpPr>
          <p:nvPr>
            <p:ph type="body" idx="14"/>
          </p:nvPr>
        </p:nvSpPr>
        <p:spPr>
          <a:xfrm>
            <a:off x="914400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idx="15"/>
          </p:nvPr>
        </p:nvSpPr>
        <p:spPr>
          <a:xfrm>
            <a:off x="4431792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6"/>
          </p:nvPr>
        </p:nvSpPr>
        <p:spPr>
          <a:xfrm>
            <a:off x="7949184" y="4980565"/>
            <a:ext cx="3328416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6999"/>
            <a:ext cx="5085589" cy="340743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6192011" y="1396999"/>
            <a:ext cx="5085589" cy="340743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8" name="Text Placeholder 9"/>
          <p:cNvSpPr>
            <a:spLocks noGrp="1"/>
          </p:cNvSpPr>
          <p:nvPr>
            <p:ph type="body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Text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6999"/>
            <a:ext cx="5085589" cy="340743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6192011" y="1396999"/>
            <a:ext cx="5085589" cy="340743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8" name="Text Placeholder 9"/>
          <p:cNvSpPr>
            <a:spLocks noGrp="1"/>
          </p:cNvSpPr>
          <p:nvPr>
            <p:ph type="body" idx="14"/>
          </p:nvPr>
        </p:nvSpPr>
        <p:spPr>
          <a:xfrm>
            <a:off x="914400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idx="15"/>
          </p:nvPr>
        </p:nvSpPr>
        <p:spPr>
          <a:xfrm>
            <a:off x="6192011" y="4980565"/>
            <a:ext cx="508558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/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3556000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/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6197600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3"/>
          </p:nvPr>
        </p:nvSpPr>
        <p:spPr>
          <a:xfrm>
            <a:off x="8839200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/>
        </p:txBody>
      </p:sp>
      <p:sp>
        <p:nvSpPr>
          <p:cNvPr id="14" name="Content Placeholder 13"/>
          <p:cNvSpPr>
            <a:spLocks noGrp="1"/>
          </p:cNvSpPr>
          <p:nvPr>
            <p:ph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all Text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/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3556000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/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6197600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/>
        </p:txBody>
      </p:sp>
      <p:sp>
        <p:nvSpPr>
          <p:cNvPr id="7" name="Picture Placeholder 3"/>
          <p:cNvSpPr>
            <a:spLocks noGrp="1"/>
          </p:cNvSpPr>
          <p:nvPr>
            <p:ph type="pic" idx="13"/>
          </p:nvPr>
        </p:nvSpPr>
        <p:spPr>
          <a:xfrm>
            <a:off x="8839200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/>
        </p:txBody>
      </p:sp>
      <p:sp>
        <p:nvSpPr>
          <p:cNvPr id="14" name="Content Placeholder 13"/>
          <p:cNvSpPr>
            <a:spLocks noGrp="1"/>
          </p:cNvSpPr>
          <p:nvPr>
            <p:ph idx="18"/>
          </p:nvPr>
        </p:nvSpPr>
        <p:spPr>
          <a:xfrm>
            <a:off x="914400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idx="19"/>
          </p:nvPr>
        </p:nvSpPr>
        <p:spPr>
          <a:xfrm>
            <a:off x="3554984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idx="20"/>
          </p:nvPr>
        </p:nvSpPr>
        <p:spPr>
          <a:xfrm>
            <a:off x="6195568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idx="21"/>
          </p:nvPr>
        </p:nvSpPr>
        <p:spPr>
          <a:xfrm>
            <a:off x="8836152" y="3055281"/>
            <a:ext cx="2441448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idx="22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11" name="Content Placeholder 13"/>
          <p:cNvSpPr>
            <a:spLocks noGrp="1"/>
          </p:cNvSpPr>
          <p:nvPr>
            <p:ph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all Text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4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11" name="Content Placeholder 13"/>
          <p:cNvSpPr>
            <a:spLocks noGrp="1"/>
          </p:cNvSpPr>
          <p:nvPr>
            <p:ph idx="18"/>
          </p:nvPr>
        </p:nvSpPr>
        <p:spPr>
          <a:xfrm>
            <a:off x="914400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idx="19"/>
          </p:nvPr>
        </p:nvSpPr>
        <p:spPr>
          <a:xfrm>
            <a:off x="4431792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idx="20"/>
          </p:nvPr>
        </p:nvSpPr>
        <p:spPr>
          <a:xfrm>
            <a:off x="7949184" y="3055281"/>
            <a:ext cx="3328416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idx="2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6192011" y="1397000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7" name="Content Placeholder 13"/>
          <p:cNvSpPr>
            <a:spLocks noGrp="1"/>
          </p:cNvSpPr>
          <p:nvPr>
            <p:ph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all Text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accent1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6192011" y="1397000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50800" dir="5400000" algn="t" rotWithShape="0">
              <a:schemeClr val="bg2"/>
            </a:outerShdw>
          </a:effectLst>
        </p:spPr>
        <p:txBody>
          <a:bodyPr vert="horz" lIns="0" tIns="0" rIns="0" bIns="0"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pPr>
              <a:buNone/>
            </a:pPr>
          </a:p>
        </p:txBody>
      </p:sp>
      <p:sp>
        <p:nvSpPr>
          <p:cNvPr id="7" name="Content Placeholder 13"/>
          <p:cNvSpPr>
            <a:spLocks noGrp="1"/>
          </p:cNvSpPr>
          <p:nvPr>
            <p:ph idx="18"/>
          </p:nvPr>
        </p:nvSpPr>
        <p:spPr>
          <a:xfrm>
            <a:off x="914400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idx="19"/>
          </p:nvPr>
        </p:nvSpPr>
        <p:spPr>
          <a:xfrm>
            <a:off x="6193536" y="3055281"/>
            <a:ext cx="5084064" cy="298833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idx="2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3384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3554984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6196584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7" name="Picture Placeholder 3"/>
          <p:cNvSpPr>
            <a:spLocks noGrp="1"/>
          </p:cNvSpPr>
          <p:nvPr>
            <p:ph type="pic" idx="13"/>
          </p:nvPr>
        </p:nvSpPr>
        <p:spPr>
          <a:xfrm>
            <a:off x="8838184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4" name="Content Placeholder 13"/>
          <p:cNvSpPr>
            <a:spLocks noGrp="1"/>
          </p:cNvSpPr>
          <p:nvPr>
            <p:ph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2"/>
          </p:nvPr>
        </p:nvSpPr>
        <p:spPr>
          <a:xfrm>
            <a:off x="913384" y="3057004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2" name="Picture Placeholder 3"/>
          <p:cNvSpPr>
            <a:spLocks noGrp="1"/>
          </p:cNvSpPr>
          <p:nvPr>
            <p:ph type="pic" idx="23"/>
          </p:nvPr>
        </p:nvSpPr>
        <p:spPr>
          <a:xfrm>
            <a:off x="3554984" y="3057004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3" name="Picture Placeholder 3"/>
          <p:cNvSpPr>
            <a:spLocks noGrp="1"/>
          </p:cNvSpPr>
          <p:nvPr>
            <p:ph type="pic" idx="24"/>
          </p:nvPr>
        </p:nvSpPr>
        <p:spPr>
          <a:xfrm>
            <a:off x="6196584" y="3057004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6" name="Picture Placeholder 3"/>
          <p:cNvSpPr>
            <a:spLocks noGrp="1"/>
          </p:cNvSpPr>
          <p:nvPr>
            <p:ph type="pic" idx="25"/>
          </p:nvPr>
        </p:nvSpPr>
        <p:spPr>
          <a:xfrm>
            <a:off x="8838184" y="3057004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Grid Text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3384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3554984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6196584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7" name="Picture Placeholder 3"/>
          <p:cNvSpPr>
            <a:spLocks noGrp="1"/>
          </p:cNvSpPr>
          <p:nvPr>
            <p:ph type="pic" idx="13"/>
          </p:nvPr>
        </p:nvSpPr>
        <p:spPr>
          <a:xfrm>
            <a:off x="8838184" y="1397000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4" name="Content Placeholder 13"/>
          <p:cNvSpPr>
            <a:spLocks noGrp="1"/>
          </p:cNvSpPr>
          <p:nvPr>
            <p:ph idx="18"/>
          </p:nvPr>
        </p:nvSpPr>
        <p:spPr>
          <a:xfrm>
            <a:off x="913384" y="4717007"/>
            <a:ext cx="2441448" cy="1326605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idx="19"/>
          </p:nvPr>
        </p:nvSpPr>
        <p:spPr>
          <a:xfrm>
            <a:off x="3553968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idx="20"/>
          </p:nvPr>
        </p:nvSpPr>
        <p:spPr>
          <a:xfrm>
            <a:off x="6194552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idx="21"/>
          </p:nvPr>
        </p:nvSpPr>
        <p:spPr>
          <a:xfrm>
            <a:off x="8835136" y="4717007"/>
            <a:ext cx="2441448" cy="132660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2"/>
          </p:nvPr>
        </p:nvSpPr>
        <p:spPr>
          <a:xfrm>
            <a:off x="913384" y="3057004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2" name="Picture Placeholder 3"/>
          <p:cNvSpPr>
            <a:spLocks noGrp="1"/>
          </p:cNvSpPr>
          <p:nvPr>
            <p:ph type="pic" idx="23"/>
          </p:nvPr>
        </p:nvSpPr>
        <p:spPr>
          <a:xfrm>
            <a:off x="3554984" y="3057004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3" name="Picture Placeholder 3"/>
          <p:cNvSpPr>
            <a:spLocks noGrp="1"/>
          </p:cNvSpPr>
          <p:nvPr>
            <p:ph type="pic" idx="24"/>
          </p:nvPr>
        </p:nvSpPr>
        <p:spPr>
          <a:xfrm>
            <a:off x="6196584" y="3057004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6" name="Picture Placeholder 3"/>
          <p:cNvSpPr>
            <a:spLocks noGrp="1"/>
          </p:cNvSpPr>
          <p:nvPr>
            <p:ph type="pic" idx="25"/>
          </p:nvPr>
        </p:nvSpPr>
        <p:spPr>
          <a:xfrm>
            <a:off x="8838184" y="3057004"/>
            <a:ext cx="2438400" cy="1476165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7" name="Text Placeholder 4"/>
          <p:cNvSpPr>
            <a:spLocks noGrp="1"/>
          </p:cNvSpPr>
          <p:nvPr>
            <p:ph type="body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1" name="Content Placeholder 13"/>
          <p:cNvSpPr>
            <a:spLocks noGrp="1"/>
          </p:cNvSpPr>
          <p:nvPr>
            <p:ph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idx="23"/>
          </p:nvPr>
        </p:nvSpPr>
        <p:spPr>
          <a:xfrm>
            <a:off x="914400" y="3060985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5" name="Picture Placeholder 3"/>
          <p:cNvSpPr>
            <a:spLocks noGrp="1"/>
          </p:cNvSpPr>
          <p:nvPr>
            <p:ph type="pic" idx="24"/>
          </p:nvPr>
        </p:nvSpPr>
        <p:spPr>
          <a:xfrm>
            <a:off x="4431792" y="3060985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6" name="Picture Placeholder 3"/>
          <p:cNvSpPr>
            <a:spLocks noGrp="1"/>
          </p:cNvSpPr>
          <p:nvPr>
            <p:ph type="pic" idx="25"/>
          </p:nvPr>
        </p:nvSpPr>
        <p:spPr>
          <a:xfrm>
            <a:off x="7949184" y="3060985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Grid Text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4431792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7949184" y="1397000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1" name="Content Placeholder 13"/>
          <p:cNvSpPr>
            <a:spLocks noGrp="1"/>
          </p:cNvSpPr>
          <p:nvPr>
            <p:ph idx="18"/>
          </p:nvPr>
        </p:nvSpPr>
        <p:spPr>
          <a:xfrm>
            <a:off x="914400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idx="19"/>
          </p:nvPr>
        </p:nvSpPr>
        <p:spPr>
          <a:xfrm>
            <a:off x="4431792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idx="20"/>
          </p:nvPr>
        </p:nvSpPr>
        <p:spPr>
          <a:xfrm>
            <a:off x="7949184" y="4720990"/>
            <a:ext cx="3328416" cy="1370248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idx="23"/>
          </p:nvPr>
        </p:nvSpPr>
        <p:spPr>
          <a:xfrm>
            <a:off x="914400" y="3060985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5" name="Picture Placeholder 3"/>
          <p:cNvSpPr>
            <a:spLocks noGrp="1"/>
          </p:cNvSpPr>
          <p:nvPr>
            <p:ph type="pic" idx="24"/>
          </p:nvPr>
        </p:nvSpPr>
        <p:spPr>
          <a:xfrm>
            <a:off x="4431792" y="3060985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6" name="Picture Placeholder 3"/>
          <p:cNvSpPr>
            <a:spLocks noGrp="1"/>
          </p:cNvSpPr>
          <p:nvPr>
            <p:ph type="pic" idx="25"/>
          </p:nvPr>
        </p:nvSpPr>
        <p:spPr>
          <a:xfrm>
            <a:off x="7949184" y="3060985"/>
            <a:ext cx="3328416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7" name="Text Placeholder 4"/>
          <p:cNvSpPr>
            <a:spLocks noGrp="1"/>
          </p:cNvSpPr>
          <p:nvPr>
            <p:ph type="body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5925" y="1397000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6193536" y="1397000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7" name="Content Placeholder 13"/>
          <p:cNvSpPr>
            <a:spLocks noGrp="1"/>
          </p:cNvSpPr>
          <p:nvPr>
            <p:ph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4"/>
          </p:nvPr>
        </p:nvSpPr>
        <p:spPr>
          <a:xfrm>
            <a:off x="915925" y="3060985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>
          <a:xfrm>
            <a:off x="6193536" y="3060985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Grid Text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5925" y="1397000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6193536" y="1397000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7" name="Content Placeholder 13"/>
          <p:cNvSpPr>
            <a:spLocks noGrp="1"/>
          </p:cNvSpPr>
          <p:nvPr>
            <p:ph idx="18"/>
          </p:nvPr>
        </p:nvSpPr>
        <p:spPr>
          <a:xfrm>
            <a:off x="914400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Content Placeholder 13"/>
          <p:cNvSpPr>
            <a:spLocks noGrp="1"/>
          </p:cNvSpPr>
          <p:nvPr>
            <p:ph idx="19"/>
          </p:nvPr>
        </p:nvSpPr>
        <p:spPr>
          <a:xfrm>
            <a:off x="6193536" y="4704405"/>
            <a:ext cx="5084064" cy="1339207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4"/>
          </p:nvPr>
        </p:nvSpPr>
        <p:spPr>
          <a:xfrm>
            <a:off x="915925" y="3060985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>
          <a:xfrm>
            <a:off x="6193536" y="3060985"/>
            <a:ext cx="5085589" cy="147218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12" name="Text Placeholder 4"/>
          <p:cNvSpPr>
            <a:spLocks noGrp="1"/>
          </p:cNvSpPr>
          <p:nvPr>
            <p:ph type="body" idx="26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6999"/>
            <a:ext cx="2438400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3556000" y="1396999"/>
            <a:ext cx="2438400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6197600" y="1396999"/>
            <a:ext cx="2438400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7" name="Picture Placeholder 3"/>
          <p:cNvSpPr>
            <a:spLocks noGrp="1"/>
          </p:cNvSpPr>
          <p:nvPr>
            <p:ph type="pic" idx="13"/>
          </p:nvPr>
        </p:nvSpPr>
        <p:spPr>
          <a:xfrm>
            <a:off x="8839200" y="1396999"/>
            <a:ext cx="2438400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>
          <a:xfrm>
            <a:off x="914400" y="4604358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idx="20"/>
          </p:nvPr>
        </p:nvSpPr>
        <p:spPr>
          <a:xfrm>
            <a:off x="3554984" y="4604358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idx="21"/>
          </p:nvPr>
        </p:nvSpPr>
        <p:spPr>
          <a:xfrm>
            <a:off x="6195568" y="4604358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idx="22"/>
          </p:nvPr>
        </p:nvSpPr>
        <p:spPr>
          <a:xfrm>
            <a:off x="8836152" y="4604358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ar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6999"/>
            <a:ext cx="2438400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3556000" y="1396999"/>
            <a:ext cx="2438400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6197600" y="1396999"/>
            <a:ext cx="2438400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7" name="Picture Placeholder 3"/>
          <p:cNvSpPr>
            <a:spLocks noGrp="1"/>
          </p:cNvSpPr>
          <p:nvPr>
            <p:ph type="pic" idx="13"/>
          </p:nvPr>
        </p:nvSpPr>
        <p:spPr>
          <a:xfrm>
            <a:off x="8839200" y="1396999"/>
            <a:ext cx="2438400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>
          <a:xfrm>
            <a:off x="914400" y="4604358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idx="20"/>
          </p:nvPr>
        </p:nvSpPr>
        <p:spPr>
          <a:xfrm>
            <a:off x="3554984" y="4604358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idx="21"/>
          </p:nvPr>
        </p:nvSpPr>
        <p:spPr>
          <a:xfrm>
            <a:off x="6195568" y="4604358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idx="22"/>
          </p:nvPr>
        </p:nvSpPr>
        <p:spPr>
          <a:xfrm>
            <a:off x="8836152" y="4604358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6999"/>
            <a:ext cx="3328416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4431792" y="1396999"/>
            <a:ext cx="3328416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7949184" y="1396999"/>
            <a:ext cx="3328416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9" name="Text Placeholder 7"/>
          <p:cNvSpPr>
            <a:spLocks noGrp="1"/>
          </p:cNvSpPr>
          <p:nvPr>
            <p:ph type="body" idx="21"/>
          </p:nvPr>
        </p:nvSpPr>
        <p:spPr>
          <a:xfrm>
            <a:off x="914400" y="4604358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idx="22"/>
          </p:nvPr>
        </p:nvSpPr>
        <p:spPr>
          <a:xfrm>
            <a:off x="4431792" y="4604358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idx="23"/>
          </p:nvPr>
        </p:nvSpPr>
        <p:spPr>
          <a:xfrm>
            <a:off x="7949184" y="4604358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6999"/>
            <a:ext cx="3328416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4431792" y="1396999"/>
            <a:ext cx="3328416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7949184" y="1396999"/>
            <a:ext cx="3328416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9" name="Text Placeholder 7"/>
          <p:cNvSpPr>
            <a:spLocks noGrp="1"/>
          </p:cNvSpPr>
          <p:nvPr>
            <p:ph type="body" idx="21"/>
          </p:nvPr>
        </p:nvSpPr>
        <p:spPr>
          <a:xfrm>
            <a:off x="914400" y="4604358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idx="22"/>
          </p:nvPr>
        </p:nvSpPr>
        <p:spPr>
          <a:xfrm>
            <a:off x="4431792" y="4604358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idx="23"/>
          </p:nvPr>
        </p:nvSpPr>
        <p:spPr>
          <a:xfrm>
            <a:off x="7949184" y="4604358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ar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6999"/>
            <a:ext cx="5085589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6192011" y="1396999"/>
            <a:ext cx="5085589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914400" y="4912134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idx="22"/>
          </p:nvPr>
        </p:nvSpPr>
        <p:spPr>
          <a:xfrm>
            <a:off x="6193536" y="4912134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idx="18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6999"/>
            <a:ext cx="5085589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6192011" y="1396999"/>
            <a:ext cx="5085589" cy="4266109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914400" y="4912134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idx="22"/>
          </p:nvPr>
        </p:nvSpPr>
        <p:spPr>
          <a:xfrm>
            <a:off x="6193536" y="4912134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2438400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3556000" y="1397000"/>
            <a:ext cx="2438400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6197600" y="1397000"/>
            <a:ext cx="2438400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7" name="Picture Placeholder 3"/>
          <p:cNvSpPr>
            <a:spLocks noGrp="1"/>
          </p:cNvSpPr>
          <p:nvPr>
            <p:ph type="pic" idx="13"/>
          </p:nvPr>
        </p:nvSpPr>
        <p:spPr>
          <a:xfrm>
            <a:off x="8839200" y="1397000"/>
            <a:ext cx="2438400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>
          <a:xfrm>
            <a:off x="914400" y="2982317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idx="20"/>
          </p:nvPr>
        </p:nvSpPr>
        <p:spPr>
          <a:xfrm>
            <a:off x="3554984" y="2982317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idx="21"/>
          </p:nvPr>
        </p:nvSpPr>
        <p:spPr>
          <a:xfrm>
            <a:off x="6195568" y="2982317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idx="22"/>
          </p:nvPr>
        </p:nvSpPr>
        <p:spPr>
          <a:xfrm>
            <a:off x="8836152" y="2982317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ar Text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2438400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3556000" y="1397000"/>
            <a:ext cx="2438400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6197600" y="1397000"/>
            <a:ext cx="2438400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7" name="Picture Placeholder 3"/>
          <p:cNvSpPr>
            <a:spLocks noGrp="1"/>
          </p:cNvSpPr>
          <p:nvPr>
            <p:ph type="pic" idx="13"/>
          </p:nvPr>
        </p:nvSpPr>
        <p:spPr>
          <a:xfrm>
            <a:off x="8839200" y="1397000"/>
            <a:ext cx="2438400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8" name="Text Placeholder 7"/>
          <p:cNvSpPr>
            <a:spLocks noGrp="1"/>
          </p:cNvSpPr>
          <p:nvPr>
            <p:ph type="body" idx="19"/>
          </p:nvPr>
        </p:nvSpPr>
        <p:spPr>
          <a:xfrm>
            <a:off x="914400" y="2982317"/>
            <a:ext cx="2441448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idx="20"/>
          </p:nvPr>
        </p:nvSpPr>
        <p:spPr>
          <a:xfrm>
            <a:off x="3554984" y="2982317"/>
            <a:ext cx="2441448" cy="1058751"/>
          </a:xfrm>
          <a:prstGeom prst="rect">
            <a:avLst/>
          </a:prstGeom>
          <a:solidFill>
            <a:schemeClr val="accent3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idx="21"/>
          </p:nvPr>
        </p:nvSpPr>
        <p:spPr>
          <a:xfrm>
            <a:off x="6195568" y="2982317"/>
            <a:ext cx="2441448" cy="1058751"/>
          </a:xfrm>
          <a:prstGeom prst="rect">
            <a:avLst/>
          </a:prstGeom>
          <a:solidFill>
            <a:schemeClr val="accent5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idx="22"/>
          </p:nvPr>
        </p:nvSpPr>
        <p:spPr>
          <a:xfrm>
            <a:off x="8836152" y="2982317"/>
            <a:ext cx="2441448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8" name="Content Placeholder 13"/>
          <p:cNvSpPr>
            <a:spLocks noGrp="1"/>
          </p:cNvSpPr>
          <p:nvPr>
            <p:ph idx="18"/>
          </p:nvPr>
        </p:nvSpPr>
        <p:spPr>
          <a:xfrm>
            <a:off x="914400" y="4212305"/>
            <a:ext cx="2441448" cy="1713558"/>
          </a:xfrm>
        </p:spPr>
        <p:txBody>
          <a:bodyPr/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9" name="Content Placeholder 13"/>
          <p:cNvSpPr>
            <a:spLocks noGrp="1"/>
          </p:cNvSpPr>
          <p:nvPr>
            <p:ph idx="24"/>
          </p:nvPr>
        </p:nvSpPr>
        <p:spPr>
          <a:xfrm>
            <a:off x="3554984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0" name="Content Placeholder 13"/>
          <p:cNvSpPr>
            <a:spLocks noGrp="1"/>
          </p:cNvSpPr>
          <p:nvPr>
            <p:ph idx="25"/>
          </p:nvPr>
        </p:nvSpPr>
        <p:spPr>
          <a:xfrm>
            <a:off x="6195568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21" name="Content Placeholder 13"/>
          <p:cNvSpPr>
            <a:spLocks noGrp="1"/>
          </p:cNvSpPr>
          <p:nvPr>
            <p:ph idx="26"/>
          </p:nvPr>
        </p:nvSpPr>
        <p:spPr>
          <a:xfrm>
            <a:off x="8836152" y="4212305"/>
            <a:ext cx="2441448" cy="171355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idx="27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3328416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4431792" y="1397000"/>
            <a:ext cx="3328416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7949184" y="1397000"/>
            <a:ext cx="3328416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9" name="Text Placeholder 7"/>
          <p:cNvSpPr>
            <a:spLocks noGrp="1"/>
          </p:cNvSpPr>
          <p:nvPr>
            <p:ph type="body" idx="21"/>
          </p:nvPr>
        </p:nvSpPr>
        <p:spPr>
          <a:xfrm>
            <a:off x="914400" y="2982317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idx="22"/>
          </p:nvPr>
        </p:nvSpPr>
        <p:spPr>
          <a:xfrm>
            <a:off x="4431792" y="2982317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idx="23"/>
          </p:nvPr>
        </p:nvSpPr>
        <p:spPr>
          <a:xfrm>
            <a:off x="7949184" y="2982317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idx="24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ar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3328416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4431792" y="1397000"/>
            <a:ext cx="3328416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6" name="Picture Placeholder 3"/>
          <p:cNvSpPr>
            <a:spLocks noGrp="1"/>
          </p:cNvSpPr>
          <p:nvPr>
            <p:ph type="pic" idx="12"/>
          </p:nvPr>
        </p:nvSpPr>
        <p:spPr>
          <a:xfrm>
            <a:off x="7949184" y="1397000"/>
            <a:ext cx="3328416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9" name="Text Placeholder 7"/>
          <p:cNvSpPr>
            <a:spLocks noGrp="1"/>
          </p:cNvSpPr>
          <p:nvPr>
            <p:ph type="body" idx="21"/>
          </p:nvPr>
        </p:nvSpPr>
        <p:spPr>
          <a:xfrm>
            <a:off x="914400" y="2982317"/>
            <a:ext cx="3328416" cy="1058751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idx="22"/>
          </p:nvPr>
        </p:nvSpPr>
        <p:spPr>
          <a:xfrm>
            <a:off x="4431792" y="2982317"/>
            <a:ext cx="3328416" cy="1058751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4" name="Text Placeholder 7"/>
          <p:cNvSpPr>
            <a:spLocks noGrp="1"/>
          </p:cNvSpPr>
          <p:nvPr>
            <p:ph type="body" idx="23"/>
          </p:nvPr>
        </p:nvSpPr>
        <p:spPr>
          <a:xfrm>
            <a:off x="7949184" y="2982317"/>
            <a:ext cx="3328416" cy="1058751"/>
          </a:xfrm>
          <a:prstGeom prst="rect">
            <a:avLst/>
          </a:prstGeom>
          <a:solidFill>
            <a:schemeClr val="bg2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3" name="Content Placeholder 13"/>
          <p:cNvSpPr>
            <a:spLocks noGrp="1"/>
          </p:cNvSpPr>
          <p:nvPr>
            <p:ph idx="18"/>
          </p:nvPr>
        </p:nvSpPr>
        <p:spPr>
          <a:xfrm>
            <a:off x="914400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Content Placeholder 13"/>
          <p:cNvSpPr>
            <a:spLocks noGrp="1"/>
          </p:cNvSpPr>
          <p:nvPr>
            <p:ph idx="19"/>
          </p:nvPr>
        </p:nvSpPr>
        <p:spPr>
          <a:xfrm>
            <a:off x="4431792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6" name="Content Placeholder 13"/>
          <p:cNvSpPr>
            <a:spLocks noGrp="1"/>
          </p:cNvSpPr>
          <p:nvPr>
            <p:ph idx="20"/>
          </p:nvPr>
        </p:nvSpPr>
        <p:spPr>
          <a:xfrm>
            <a:off x="7949184" y="4212305"/>
            <a:ext cx="3328416" cy="1750692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 Text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0" y="1397000"/>
            <a:ext cx="5085589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6192011" y="1397000"/>
            <a:ext cx="5085589" cy="2644068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vert="horz" lIns="0" tIns="0" rIns="0" bIns="0" anchor="ctr">
            <a:normAutofit/>
          </a:bodyPr>
          <a:lstStyle>
            <a:lvl1pPr>
              <a:buNone/>
              <a:defRPr sz="1400"/>
            </a:lvl1pPr>
          </a:lstStyle>
          <a:p>
            <a:pPr marL="0" indent="0" algn="ctr">
              <a:buNone/>
            </a:pPr>
          </a:p>
        </p:txBody>
      </p:sp>
      <p:sp>
        <p:nvSpPr>
          <p:cNvPr id="8" name="Text Placeholder 7"/>
          <p:cNvSpPr>
            <a:spLocks noGrp="1"/>
          </p:cNvSpPr>
          <p:nvPr>
            <p:ph type="body" idx="21"/>
          </p:nvPr>
        </p:nvSpPr>
        <p:spPr>
          <a:xfrm>
            <a:off x="914400" y="3290093"/>
            <a:ext cx="5084064" cy="750975"/>
          </a:xfrm>
          <a:prstGeom prst="rect">
            <a:avLst/>
          </a:prstGeom>
          <a:solidFill>
            <a:schemeClr val="accent1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idx="22"/>
          </p:nvPr>
        </p:nvSpPr>
        <p:spPr>
          <a:xfrm>
            <a:off x="6193536" y="3290093"/>
            <a:ext cx="5084064" cy="750975"/>
          </a:xfrm>
          <a:prstGeom prst="rect">
            <a:avLst/>
          </a:prstGeom>
          <a:solidFill>
            <a:schemeClr val="accent4">
              <a:alpha val="80000"/>
            </a:schemeClr>
          </a:solidFill>
        </p:spPr>
        <p:txBody>
          <a:bodyPr lIns="182880" tIns="91440" rIns="182880" bIns="91440" anchor="b">
            <a:sp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0" indent="0">
              <a:buNone/>
              <a:defRPr sz="1400">
                <a:solidFill>
                  <a:srgbClr val="FFFFFF"/>
                </a:solidFill>
              </a:defRPr>
            </a:lvl2pPr>
            <a:lvl3pPr marL="342900" indent="-171450">
              <a:buNone/>
              <a:defRPr sz="1400">
                <a:solidFill>
                  <a:srgbClr val="FFFFFF"/>
                </a:solidFill>
              </a:defRPr>
            </a:lvl3pPr>
            <a:lvl4pPr marL="514350" indent="-171450">
              <a:buNone/>
              <a:defRPr sz="1400">
                <a:solidFill>
                  <a:srgbClr val="FFFFFF"/>
                </a:solidFill>
              </a:defRPr>
            </a:lvl4pPr>
            <a:lvl5pPr marL="742950" indent="-228600">
              <a:buNone/>
              <a:defRPr sz="1400">
                <a:solidFill>
                  <a:srgbClr val="FFFFFF"/>
                </a:solidFill>
              </a:defRPr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</p:txBody>
      </p:sp>
      <p:sp>
        <p:nvSpPr>
          <p:cNvPr id="11" name="Content Placeholder 13"/>
          <p:cNvSpPr>
            <a:spLocks noGrp="1"/>
          </p:cNvSpPr>
          <p:nvPr>
            <p:ph idx="18"/>
          </p:nvPr>
        </p:nvSpPr>
        <p:spPr>
          <a:xfrm>
            <a:off x="914400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Content Placeholder 13"/>
          <p:cNvSpPr>
            <a:spLocks noGrp="1"/>
          </p:cNvSpPr>
          <p:nvPr>
            <p:ph idx="19"/>
          </p:nvPr>
        </p:nvSpPr>
        <p:spPr>
          <a:xfrm>
            <a:off x="6193536" y="4212305"/>
            <a:ext cx="5084064" cy="1703066"/>
          </a:xfrm>
        </p:spPr>
        <p:txBody>
          <a:bodyPr/>
          <a:lstStyle>
            <a:lvl1pPr marL="0" indent="0">
              <a:buNone/>
              <a:defRPr sz="2100"/>
            </a:lvl1pPr>
            <a:lvl2pPr marL="171450" indent="-171450">
              <a:buChar char="•"/>
              <a:defRPr sz="1400"/>
            </a:lvl2pPr>
            <a:lvl3pPr marL="342900" indent="-171450">
              <a:buNone/>
              <a:defRPr sz="1400"/>
            </a:lvl3pPr>
            <a:lvl4pPr marL="514350" indent="-171450">
              <a:buNone/>
              <a:defRPr sz="1400"/>
            </a:lvl4pPr>
            <a:lvl5pPr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idx="23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team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14" name="Content Placeholder 13"/>
          <p:cNvSpPr>
            <a:spLocks noGrp="1"/>
          </p:cNvSpPr>
          <p:nvPr>
            <p:ph idx="18" hasCustomPrompt="1"/>
          </p:nvPr>
        </p:nvSpPr>
        <p:spPr>
          <a:xfrm>
            <a:off x="1637916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9"/>
          </p:nvPr>
        </p:nvSpPr>
        <p:spPr>
          <a:xfrm>
            <a:off x="3483710" y="1639790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28" name="Content Placeholder 13"/>
          <p:cNvSpPr>
            <a:spLocks noGrp="1"/>
          </p:cNvSpPr>
          <p:nvPr>
            <p:ph idx="20" hasCustomPrompt="1"/>
          </p:nvPr>
        </p:nvSpPr>
        <p:spPr>
          <a:xfrm>
            <a:off x="4546239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idx="21"/>
          </p:nvPr>
        </p:nvSpPr>
        <p:spPr>
          <a:xfrm>
            <a:off x="6392033" y="1639790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0" name="Content Placeholder 13"/>
          <p:cNvSpPr>
            <a:spLocks noGrp="1"/>
          </p:cNvSpPr>
          <p:nvPr>
            <p:ph idx="22" hasCustomPrompt="1"/>
          </p:nvPr>
        </p:nvSpPr>
        <p:spPr>
          <a:xfrm>
            <a:off x="7454562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1" name="Picture Placeholder 3"/>
          <p:cNvSpPr>
            <a:spLocks noGrp="1"/>
          </p:cNvSpPr>
          <p:nvPr>
            <p:ph type="pic" idx="23"/>
          </p:nvPr>
        </p:nvSpPr>
        <p:spPr>
          <a:xfrm>
            <a:off x="9300356" y="1639790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2" name="Content Placeholder 13"/>
          <p:cNvSpPr>
            <a:spLocks noGrp="1"/>
          </p:cNvSpPr>
          <p:nvPr>
            <p:ph idx="24" hasCustomPrompt="1"/>
          </p:nvPr>
        </p:nvSpPr>
        <p:spPr>
          <a:xfrm>
            <a:off x="10362885" y="1639789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4" name="Content Placeholder 13"/>
          <p:cNvSpPr>
            <a:spLocks noGrp="1"/>
          </p:cNvSpPr>
          <p:nvPr>
            <p:ph idx="26" hasCustomPrompt="1"/>
          </p:nvPr>
        </p:nvSpPr>
        <p:spPr>
          <a:xfrm>
            <a:off x="1637916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idx="27"/>
          </p:nvPr>
        </p:nvSpPr>
        <p:spPr>
          <a:xfrm>
            <a:off x="3483710" y="3153548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6" name="Content Placeholder 13"/>
          <p:cNvSpPr>
            <a:spLocks noGrp="1"/>
          </p:cNvSpPr>
          <p:nvPr>
            <p:ph idx="28" hasCustomPrompt="1"/>
          </p:nvPr>
        </p:nvSpPr>
        <p:spPr>
          <a:xfrm>
            <a:off x="4546239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idx="29"/>
          </p:nvPr>
        </p:nvSpPr>
        <p:spPr>
          <a:xfrm>
            <a:off x="6392033" y="3153548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8" name="Content Placeholder 13"/>
          <p:cNvSpPr>
            <a:spLocks noGrp="1"/>
          </p:cNvSpPr>
          <p:nvPr>
            <p:ph idx="30" hasCustomPrompt="1"/>
          </p:nvPr>
        </p:nvSpPr>
        <p:spPr>
          <a:xfrm>
            <a:off x="7454562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9" name="Picture Placeholder 3"/>
          <p:cNvSpPr>
            <a:spLocks noGrp="1"/>
          </p:cNvSpPr>
          <p:nvPr>
            <p:ph type="pic" idx="31"/>
          </p:nvPr>
        </p:nvSpPr>
        <p:spPr>
          <a:xfrm>
            <a:off x="9300356" y="3153548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0" name="Content Placeholder 13"/>
          <p:cNvSpPr>
            <a:spLocks noGrp="1"/>
          </p:cNvSpPr>
          <p:nvPr>
            <p:ph idx="32" hasCustomPrompt="1"/>
          </p:nvPr>
        </p:nvSpPr>
        <p:spPr>
          <a:xfrm>
            <a:off x="10362885" y="3153547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2" name="Content Placeholder 13"/>
          <p:cNvSpPr>
            <a:spLocks noGrp="1"/>
          </p:cNvSpPr>
          <p:nvPr>
            <p:ph idx="34" hasCustomPrompt="1"/>
          </p:nvPr>
        </p:nvSpPr>
        <p:spPr>
          <a:xfrm>
            <a:off x="1637916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idx="35"/>
          </p:nvPr>
        </p:nvSpPr>
        <p:spPr>
          <a:xfrm>
            <a:off x="3483710" y="4667305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4" name="Content Placeholder 13"/>
          <p:cNvSpPr>
            <a:spLocks noGrp="1"/>
          </p:cNvSpPr>
          <p:nvPr>
            <p:ph idx="36" hasCustomPrompt="1"/>
          </p:nvPr>
        </p:nvSpPr>
        <p:spPr>
          <a:xfrm>
            <a:off x="4546239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idx="37"/>
          </p:nvPr>
        </p:nvSpPr>
        <p:spPr>
          <a:xfrm>
            <a:off x="6392033" y="4667305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6" name="Content Placeholder 13"/>
          <p:cNvSpPr>
            <a:spLocks noGrp="1"/>
          </p:cNvSpPr>
          <p:nvPr>
            <p:ph idx="38" hasCustomPrompt="1"/>
          </p:nvPr>
        </p:nvSpPr>
        <p:spPr>
          <a:xfrm>
            <a:off x="7454562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7" name="Picture Placeholder 3"/>
          <p:cNvSpPr>
            <a:spLocks noGrp="1"/>
          </p:cNvSpPr>
          <p:nvPr>
            <p:ph type="pic" idx="39"/>
          </p:nvPr>
        </p:nvSpPr>
        <p:spPr>
          <a:xfrm>
            <a:off x="9300356" y="4667305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bg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8" name="Content Placeholder 13"/>
          <p:cNvSpPr>
            <a:spLocks noGrp="1"/>
          </p:cNvSpPr>
          <p:nvPr>
            <p:ph idx="40" hasCustomPrompt="1"/>
          </p:nvPr>
        </p:nvSpPr>
        <p:spPr>
          <a:xfrm>
            <a:off x="10362885" y="4667304"/>
            <a:ext cx="137922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14" name="Content Placeholder 13"/>
          <p:cNvSpPr>
            <a:spLocks noGrp="1"/>
          </p:cNvSpPr>
          <p:nvPr>
            <p:ph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28" name="Content Placeholder 13"/>
          <p:cNvSpPr>
            <a:spLocks noGrp="1"/>
          </p:cNvSpPr>
          <p:nvPr>
            <p:ph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0" name="Content Placeholder 13"/>
          <p:cNvSpPr>
            <a:spLocks noGrp="1"/>
          </p:cNvSpPr>
          <p:nvPr>
            <p:ph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4" name="Content Placeholder 13"/>
          <p:cNvSpPr>
            <a:spLocks noGrp="1"/>
          </p:cNvSpPr>
          <p:nvPr>
            <p:ph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idx="27"/>
          </p:nvPr>
        </p:nvSpPr>
        <p:spPr>
          <a:xfrm>
            <a:off x="4360325" y="3153548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6" name="Content Placeholder 13"/>
          <p:cNvSpPr>
            <a:spLocks noGrp="1"/>
          </p:cNvSpPr>
          <p:nvPr>
            <p:ph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idx="29"/>
          </p:nvPr>
        </p:nvSpPr>
        <p:spPr>
          <a:xfrm>
            <a:off x="8145262" y="3153547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8" name="Content Placeholder 13"/>
          <p:cNvSpPr>
            <a:spLocks noGrp="1"/>
          </p:cNvSpPr>
          <p:nvPr>
            <p:ph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2" name="Content Placeholder 13"/>
          <p:cNvSpPr>
            <a:spLocks noGrp="1"/>
          </p:cNvSpPr>
          <p:nvPr>
            <p:ph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idx="35"/>
          </p:nvPr>
        </p:nvSpPr>
        <p:spPr>
          <a:xfrm>
            <a:off x="4360325" y="4667305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4" name="Content Placeholder 13"/>
          <p:cNvSpPr>
            <a:spLocks noGrp="1"/>
          </p:cNvSpPr>
          <p:nvPr>
            <p:ph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idx="37"/>
          </p:nvPr>
        </p:nvSpPr>
        <p:spPr>
          <a:xfrm>
            <a:off x="8145262" y="4667304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6" name="Content Placeholder 13"/>
          <p:cNvSpPr>
            <a:spLocks noGrp="1"/>
          </p:cNvSpPr>
          <p:nvPr>
            <p:ph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Team 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14" name="Content Placeholder 13"/>
          <p:cNvSpPr>
            <a:spLocks noGrp="1"/>
          </p:cNvSpPr>
          <p:nvPr>
            <p:ph idx="18" hasCustomPrompt="1"/>
          </p:nvPr>
        </p:nvSpPr>
        <p:spPr>
          <a:xfrm>
            <a:off x="1637916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28" name="Content Placeholder 13"/>
          <p:cNvSpPr>
            <a:spLocks noGrp="1"/>
          </p:cNvSpPr>
          <p:nvPr>
            <p:ph idx="20" hasCustomPrompt="1"/>
          </p:nvPr>
        </p:nvSpPr>
        <p:spPr>
          <a:xfrm>
            <a:off x="5426633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0" name="Content Placeholder 13"/>
          <p:cNvSpPr>
            <a:spLocks noGrp="1"/>
          </p:cNvSpPr>
          <p:nvPr>
            <p:ph idx="22" hasCustomPrompt="1"/>
          </p:nvPr>
        </p:nvSpPr>
        <p:spPr>
          <a:xfrm>
            <a:off x="9215349" y="1639789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idx="25"/>
          </p:nvPr>
        </p:nvSpPr>
        <p:spPr>
          <a:xfrm>
            <a:off x="575387" y="3153548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4" name="Content Placeholder 13"/>
          <p:cNvSpPr>
            <a:spLocks noGrp="1"/>
          </p:cNvSpPr>
          <p:nvPr>
            <p:ph idx="26" hasCustomPrompt="1"/>
          </p:nvPr>
        </p:nvSpPr>
        <p:spPr>
          <a:xfrm>
            <a:off x="1637916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idx="27"/>
          </p:nvPr>
        </p:nvSpPr>
        <p:spPr>
          <a:xfrm>
            <a:off x="4360325" y="3153548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6" name="Content Placeholder 13"/>
          <p:cNvSpPr>
            <a:spLocks noGrp="1"/>
          </p:cNvSpPr>
          <p:nvPr>
            <p:ph idx="28" hasCustomPrompt="1"/>
          </p:nvPr>
        </p:nvSpPr>
        <p:spPr>
          <a:xfrm>
            <a:off x="5426633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idx="29"/>
          </p:nvPr>
        </p:nvSpPr>
        <p:spPr>
          <a:xfrm>
            <a:off x="8145262" y="3153547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8" name="Content Placeholder 13"/>
          <p:cNvSpPr>
            <a:spLocks noGrp="1"/>
          </p:cNvSpPr>
          <p:nvPr>
            <p:ph idx="30" hasCustomPrompt="1"/>
          </p:nvPr>
        </p:nvSpPr>
        <p:spPr>
          <a:xfrm>
            <a:off x="9215349" y="3153547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1" name="Picture Placeholder 3"/>
          <p:cNvSpPr>
            <a:spLocks noGrp="1"/>
          </p:cNvSpPr>
          <p:nvPr>
            <p:ph type="pic" idx="33"/>
          </p:nvPr>
        </p:nvSpPr>
        <p:spPr>
          <a:xfrm>
            <a:off x="575387" y="4667305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2" name="Content Placeholder 13"/>
          <p:cNvSpPr>
            <a:spLocks noGrp="1"/>
          </p:cNvSpPr>
          <p:nvPr>
            <p:ph idx="34" hasCustomPrompt="1"/>
          </p:nvPr>
        </p:nvSpPr>
        <p:spPr>
          <a:xfrm>
            <a:off x="1637916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3" name="Picture Placeholder 3"/>
          <p:cNvSpPr>
            <a:spLocks noGrp="1"/>
          </p:cNvSpPr>
          <p:nvPr>
            <p:ph type="pic" idx="35"/>
          </p:nvPr>
        </p:nvSpPr>
        <p:spPr>
          <a:xfrm>
            <a:off x="4360325" y="4667305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4" name="Content Placeholder 13"/>
          <p:cNvSpPr>
            <a:spLocks noGrp="1"/>
          </p:cNvSpPr>
          <p:nvPr>
            <p:ph idx="36" hasCustomPrompt="1"/>
          </p:nvPr>
        </p:nvSpPr>
        <p:spPr>
          <a:xfrm>
            <a:off x="5426633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idx="37"/>
          </p:nvPr>
        </p:nvSpPr>
        <p:spPr>
          <a:xfrm>
            <a:off x="8145262" y="4667304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46" name="Content Placeholder 13"/>
          <p:cNvSpPr>
            <a:spLocks noGrp="1"/>
          </p:cNvSpPr>
          <p:nvPr>
            <p:ph idx="38" hasCustomPrompt="1"/>
          </p:nvPr>
        </p:nvSpPr>
        <p:spPr>
          <a:xfrm>
            <a:off x="9215349" y="4667304"/>
            <a:ext cx="2314408" cy="978408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Team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575387" y="1639790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14" name="Content Placeholder 13"/>
          <p:cNvSpPr>
            <a:spLocks noGrp="1"/>
          </p:cNvSpPr>
          <p:nvPr>
            <p:ph idx="18" hasCustomPrompt="1"/>
          </p:nvPr>
        </p:nvSpPr>
        <p:spPr>
          <a:xfrm>
            <a:off x="1637916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9"/>
          </p:nvPr>
        </p:nvSpPr>
        <p:spPr>
          <a:xfrm>
            <a:off x="4360325" y="1639790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28" name="Content Placeholder 13"/>
          <p:cNvSpPr>
            <a:spLocks noGrp="1"/>
          </p:cNvSpPr>
          <p:nvPr>
            <p:ph idx="20" hasCustomPrompt="1"/>
          </p:nvPr>
        </p:nvSpPr>
        <p:spPr>
          <a:xfrm>
            <a:off x="5426633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idx="21"/>
          </p:nvPr>
        </p:nvSpPr>
        <p:spPr>
          <a:xfrm>
            <a:off x="8145262" y="1639789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0" name="Content Placeholder 13"/>
          <p:cNvSpPr>
            <a:spLocks noGrp="1"/>
          </p:cNvSpPr>
          <p:nvPr>
            <p:ph idx="22" hasCustomPrompt="1"/>
          </p:nvPr>
        </p:nvSpPr>
        <p:spPr>
          <a:xfrm>
            <a:off x="9215349" y="1639788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idx="25"/>
          </p:nvPr>
        </p:nvSpPr>
        <p:spPr>
          <a:xfrm>
            <a:off x="575387" y="3886577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4" name="Content Placeholder 13"/>
          <p:cNvSpPr>
            <a:spLocks noGrp="1"/>
          </p:cNvSpPr>
          <p:nvPr>
            <p:ph idx="26" hasCustomPrompt="1"/>
          </p:nvPr>
        </p:nvSpPr>
        <p:spPr>
          <a:xfrm>
            <a:off x="1637916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idx="27"/>
          </p:nvPr>
        </p:nvSpPr>
        <p:spPr>
          <a:xfrm>
            <a:off x="4360325" y="3886577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6" name="Content Placeholder 13"/>
          <p:cNvSpPr>
            <a:spLocks noGrp="1"/>
          </p:cNvSpPr>
          <p:nvPr>
            <p:ph idx="28" hasCustomPrompt="1"/>
          </p:nvPr>
        </p:nvSpPr>
        <p:spPr>
          <a:xfrm>
            <a:off x="5426633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7" name="Picture Placeholder 3"/>
          <p:cNvSpPr>
            <a:spLocks noGrp="1"/>
          </p:cNvSpPr>
          <p:nvPr>
            <p:ph type="pic" idx="29"/>
          </p:nvPr>
        </p:nvSpPr>
        <p:spPr>
          <a:xfrm>
            <a:off x="8145262" y="3886576"/>
            <a:ext cx="914400" cy="91440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8" name="Content Placeholder 13"/>
          <p:cNvSpPr>
            <a:spLocks noGrp="1"/>
          </p:cNvSpPr>
          <p:nvPr>
            <p:ph idx="30" hasCustomPrompt="1"/>
          </p:nvPr>
        </p:nvSpPr>
        <p:spPr>
          <a:xfrm>
            <a:off x="9215349" y="3886575"/>
            <a:ext cx="231440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575387" y="1639790"/>
            <a:ext cx="1534154" cy="153415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14" name="Content Placeholder 13"/>
          <p:cNvSpPr>
            <a:spLocks noGrp="1"/>
          </p:cNvSpPr>
          <p:nvPr>
            <p:ph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9"/>
          </p:nvPr>
        </p:nvSpPr>
        <p:spPr>
          <a:xfrm>
            <a:off x="6279803" y="1639790"/>
            <a:ext cx="1534154" cy="153415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28" name="Content Placeholder 13"/>
          <p:cNvSpPr>
            <a:spLocks noGrp="1"/>
          </p:cNvSpPr>
          <p:nvPr>
            <p:ph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idx="25"/>
          </p:nvPr>
        </p:nvSpPr>
        <p:spPr>
          <a:xfrm>
            <a:off x="575387" y="3886577"/>
            <a:ext cx="1534154" cy="153415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4" name="Content Placeholder 13"/>
          <p:cNvSpPr>
            <a:spLocks noGrp="1"/>
          </p:cNvSpPr>
          <p:nvPr>
            <p:ph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idx="27"/>
          </p:nvPr>
        </p:nvSpPr>
        <p:spPr>
          <a:xfrm>
            <a:off x="6279803" y="3886577"/>
            <a:ext cx="1534154" cy="153415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6" name="Content Placeholder 13"/>
          <p:cNvSpPr>
            <a:spLocks noGrp="1"/>
          </p:cNvSpPr>
          <p:nvPr>
            <p:ph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Team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575387" y="1639790"/>
            <a:ext cx="1534154" cy="153415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14" name="Content Placeholder 13"/>
          <p:cNvSpPr>
            <a:spLocks noGrp="1"/>
          </p:cNvSpPr>
          <p:nvPr>
            <p:ph idx="18" hasCustomPrompt="1"/>
          </p:nvPr>
        </p:nvSpPr>
        <p:spPr>
          <a:xfrm>
            <a:off x="2295374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9"/>
          </p:nvPr>
        </p:nvSpPr>
        <p:spPr>
          <a:xfrm>
            <a:off x="6279803" y="1639790"/>
            <a:ext cx="1534154" cy="153415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28" name="Content Placeholder 13"/>
          <p:cNvSpPr>
            <a:spLocks noGrp="1"/>
          </p:cNvSpPr>
          <p:nvPr>
            <p:ph idx="20" hasCustomPrompt="1"/>
          </p:nvPr>
        </p:nvSpPr>
        <p:spPr>
          <a:xfrm>
            <a:off x="8003569" y="1639788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3" name="Picture Placeholder 3"/>
          <p:cNvSpPr>
            <a:spLocks noGrp="1"/>
          </p:cNvSpPr>
          <p:nvPr>
            <p:ph type="pic" idx="25"/>
          </p:nvPr>
        </p:nvSpPr>
        <p:spPr>
          <a:xfrm>
            <a:off x="575387" y="3886577"/>
            <a:ext cx="1534154" cy="153415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4" name="Content Placeholder 13"/>
          <p:cNvSpPr>
            <a:spLocks noGrp="1"/>
          </p:cNvSpPr>
          <p:nvPr>
            <p:ph idx="26" hasCustomPrompt="1"/>
          </p:nvPr>
        </p:nvSpPr>
        <p:spPr>
          <a:xfrm>
            <a:off x="2295374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35" name="Picture Placeholder 3"/>
          <p:cNvSpPr>
            <a:spLocks noGrp="1"/>
          </p:cNvSpPr>
          <p:nvPr>
            <p:ph type="pic" idx="27"/>
          </p:nvPr>
        </p:nvSpPr>
        <p:spPr>
          <a:xfrm>
            <a:off x="6279803" y="3886577"/>
            <a:ext cx="1534154" cy="1534154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6" name="Content Placeholder 13"/>
          <p:cNvSpPr>
            <a:spLocks noGrp="1"/>
          </p:cNvSpPr>
          <p:nvPr>
            <p:ph idx="28" hasCustomPrompt="1"/>
          </p:nvPr>
        </p:nvSpPr>
        <p:spPr>
          <a:xfrm>
            <a:off x="8003569" y="3886575"/>
            <a:ext cx="3558678" cy="1942241"/>
          </a:xfrm>
        </p:spPr>
        <p:txBody>
          <a:bodyPr/>
          <a:lstStyle>
            <a:lvl1pPr marL="0" indent="0">
              <a:lnSpc>
                <a:spcPct val="80000"/>
              </a:lnSpc>
              <a:buNone/>
              <a:defRPr sz="1400">
                <a:latin typeface="Open Sans"/>
                <a:ea typeface="Open Sans"/>
                <a:cs typeface="Open San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200" i="1"/>
            </a:lvl2pPr>
            <a:lvl3pPr marL="0" indent="0">
              <a:buNone/>
              <a:defRPr sz="12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am Subtitl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1564225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14" name="Content Placeholder 13"/>
          <p:cNvSpPr>
            <a:spLocks noGrp="1"/>
          </p:cNvSpPr>
          <p:nvPr>
            <p:ph idx="18" hasCustomPrompt="1"/>
          </p:nvPr>
        </p:nvSpPr>
        <p:spPr>
          <a:xfrm>
            <a:off x="575387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/>
                <a:ea typeface="Open Sans"/>
                <a:cs typeface="Open Sans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9"/>
          </p:nvPr>
        </p:nvSpPr>
        <p:spPr>
          <a:xfrm>
            <a:off x="5349163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28" name="Content Placeholder 13"/>
          <p:cNvSpPr>
            <a:spLocks noGrp="1"/>
          </p:cNvSpPr>
          <p:nvPr>
            <p:ph idx="20" hasCustomPrompt="1"/>
          </p:nvPr>
        </p:nvSpPr>
        <p:spPr>
          <a:xfrm>
            <a:off x="4360325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/>
                <a:ea typeface="Open Sans"/>
                <a:cs typeface="Open Sans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idx="21"/>
          </p:nvPr>
        </p:nvSpPr>
        <p:spPr>
          <a:xfrm>
            <a:off x="9134100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0" name="Content Placeholder 13"/>
          <p:cNvSpPr>
            <a:spLocks noGrp="1"/>
          </p:cNvSpPr>
          <p:nvPr>
            <p:ph idx="22" hasCustomPrompt="1"/>
          </p:nvPr>
        </p:nvSpPr>
        <p:spPr>
          <a:xfrm>
            <a:off x="8145262" y="3256992"/>
            <a:ext cx="3376937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/>
                <a:ea typeface="Open Sans"/>
                <a:cs typeface="Open Sans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Team Subtitle 2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1221602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1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14" name="Content Placeholder 13"/>
          <p:cNvSpPr>
            <a:spLocks noGrp="1"/>
          </p:cNvSpPr>
          <p:nvPr>
            <p:ph idx="18" hasCustomPrompt="1"/>
          </p:nvPr>
        </p:nvSpPr>
        <p:spPr>
          <a:xfrm>
            <a:off x="719254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/>
                <a:ea typeface="Open Sans"/>
                <a:cs typeface="Open Sans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9"/>
          </p:nvPr>
        </p:nvSpPr>
        <p:spPr>
          <a:xfrm>
            <a:off x="4025464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3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28" name="Content Placeholder 13"/>
          <p:cNvSpPr>
            <a:spLocks noGrp="1"/>
          </p:cNvSpPr>
          <p:nvPr>
            <p:ph idx="20" hasCustomPrompt="1"/>
          </p:nvPr>
        </p:nvSpPr>
        <p:spPr>
          <a:xfrm>
            <a:off x="3523116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/>
                <a:ea typeface="Open Sans"/>
                <a:cs typeface="Open Sans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29" name="Picture Placeholder 3"/>
          <p:cNvSpPr>
            <a:spLocks noGrp="1"/>
          </p:cNvSpPr>
          <p:nvPr>
            <p:ph type="pic" idx="21"/>
          </p:nvPr>
        </p:nvSpPr>
        <p:spPr>
          <a:xfrm>
            <a:off x="6829326" y="1639790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accent5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30" name="Content Placeholder 13"/>
          <p:cNvSpPr>
            <a:spLocks noGrp="1"/>
          </p:cNvSpPr>
          <p:nvPr>
            <p:ph idx="22" hasCustomPrompt="1"/>
          </p:nvPr>
        </p:nvSpPr>
        <p:spPr>
          <a:xfrm>
            <a:off x="6326978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/>
                <a:ea typeface="Open Sans"/>
                <a:cs typeface="Open Sans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idx="41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/>
            </a:lvl1pPr>
          </a:lstStyle>
          <a:p>
            <a:pPr>
              <a:buNone/>
            </a:pPr>
            <a:r>
              <a:t>Click here to edit subtitle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idx="42"/>
          </p:nvPr>
        </p:nvSpPr>
        <p:spPr>
          <a:xfrm>
            <a:off x="9633189" y="1639789"/>
            <a:ext cx="1399260" cy="1399260"/>
          </a:xfrm>
          <a:prstGeom prst="ellipse">
            <a:avLst/>
          </a:prstGeom>
          <a:solidFill>
            <a:schemeClr val="bg1">
              <a:lumMod val="90000"/>
              <a:lumOff val="10000"/>
            </a:schemeClr>
          </a:solidFill>
          <a:ln w="3175">
            <a:solidFill>
              <a:schemeClr val="bg1">
                <a:lumMod val="50000"/>
                <a:alpha val="40000"/>
              </a:schemeClr>
            </a:solidFill>
          </a:ln>
          <a:effectLst>
            <a:outerShdw dist="25400" dir="5400000" algn="t" rotWithShape="0">
              <a:schemeClr val="tx2"/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1050"/>
            </a:lvl1pPr>
          </a:lstStyle>
          <a:p/>
        </p:txBody>
      </p:sp>
      <p:sp>
        <p:nvSpPr>
          <p:cNvPr id="11" name="Content Placeholder 13"/>
          <p:cNvSpPr>
            <a:spLocks noGrp="1"/>
          </p:cNvSpPr>
          <p:nvPr>
            <p:ph idx="43" hasCustomPrompt="1"/>
          </p:nvPr>
        </p:nvSpPr>
        <p:spPr>
          <a:xfrm>
            <a:off x="9130841" y="3256992"/>
            <a:ext cx="2403956" cy="2403219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buNone/>
              <a:defRPr sz="2000">
                <a:latin typeface="Open Sans"/>
                <a:ea typeface="Open Sans"/>
                <a:cs typeface="Open Sans"/>
              </a:defRPr>
            </a:lvl1pPr>
            <a:lvl2pPr marL="0" indent="0" algn="ctr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None/>
              <a:defRPr sz="1400" i="1"/>
            </a:lvl2pPr>
            <a:lvl3pPr marL="0" indent="0" algn="ctr">
              <a:buNone/>
              <a:defRPr sz="1400"/>
            </a:lvl3pPr>
            <a:lvl4pPr marL="514350" indent="-171450">
              <a:buNone/>
              <a:defRPr sz="1200"/>
            </a:lvl4pPr>
            <a:lvl5pPr>
              <a:buNone/>
              <a:defRPr sz="1200"/>
            </a:lvl5pPr>
          </a:lstStyle>
          <a:p>
            <a:pPr>
              <a:buNone/>
            </a:pPr>
            <a:r>
              <a:t>First </a:t>
            </a:r>
            <a:r>
              <a:t>Lastname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4_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9961"/>
            <a:ext cx="10363200" cy="817561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914401" y="1268759"/>
            <a:ext cx="2352260" cy="353568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/>
        </p:txBody>
      </p:sp>
      <p:sp>
        <p:nvSpPr>
          <p:cNvPr id="5" name="Picture Placeholder 3"/>
          <p:cNvSpPr>
            <a:spLocks noGrp="1"/>
          </p:cNvSpPr>
          <p:nvPr>
            <p:ph type="pic" idx="11"/>
          </p:nvPr>
        </p:nvSpPr>
        <p:spPr>
          <a:xfrm>
            <a:off x="6257971" y="1268759"/>
            <a:ext cx="2352260" cy="3535680"/>
          </a:xfrm>
          <a:prstGeom prst="rect">
            <a:avLst/>
          </a:prstGeom>
          <a:solidFill>
            <a:schemeClr val="bg1">
              <a:lumMod val="90000"/>
              <a:lumOff val="1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/>
        </p:txBody>
      </p:sp>
      <p:sp>
        <p:nvSpPr>
          <p:cNvPr id="8" name="Text Placeholder 9"/>
          <p:cNvSpPr>
            <a:spLocks noGrp="1"/>
          </p:cNvSpPr>
          <p:nvPr>
            <p:ph type="body" idx="14"/>
          </p:nvPr>
        </p:nvSpPr>
        <p:spPr>
          <a:xfrm>
            <a:off x="3467708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/>
                <a:ea typeface="Open Sans"/>
                <a:cs typeface="Open Sans"/>
              </a:defRPr>
            </a:lvl1pPr>
            <a:lvl2pPr marL="0" indent="0">
              <a:buNone/>
              <a:defRPr sz="1400"/>
            </a:lvl2pPr>
            <a:lvl3pPr marL="151130" indent="-151130">
              <a:buNone/>
              <a:defRPr sz="1400"/>
            </a:lvl3pPr>
            <a:lvl4pPr marL="401955" indent="-20828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idx="15"/>
          </p:nvPr>
        </p:nvSpPr>
        <p:spPr>
          <a:xfrm>
            <a:off x="8797789" y="1268759"/>
            <a:ext cx="2479811" cy="3535680"/>
          </a:xfrm>
        </p:spPr>
        <p:txBody>
          <a:bodyPr>
            <a:noAutofit/>
          </a:bodyPr>
          <a:lstStyle>
            <a:lvl1pPr marL="0" indent="0">
              <a:buNone/>
              <a:defRPr sz="1400" b="1">
                <a:solidFill>
                  <a:schemeClr val="accent1"/>
                </a:solidFill>
                <a:latin typeface="Open Sans"/>
                <a:ea typeface="Open Sans"/>
                <a:cs typeface="Open Sans"/>
              </a:defRPr>
            </a:lvl1pPr>
            <a:lvl2pPr marL="0" indent="0">
              <a:buNone/>
              <a:defRPr sz="1400"/>
            </a:lvl2pPr>
            <a:lvl3pPr marL="151130" indent="-151130">
              <a:buNone/>
              <a:defRPr sz="1400"/>
            </a:lvl3pPr>
            <a:lvl4pPr marL="401955" indent="-20828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idx="16"/>
          </p:nvPr>
        </p:nvSpPr>
        <p:spPr>
          <a:xfrm>
            <a:off x="914400" y="4980565"/>
            <a:ext cx="503311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5" name="Text Placeholder 9"/>
          <p:cNvSpPr>
            <a:spLocks noGrp="1"/>
          </p:cNvSpPr>
          <p:nvPr>
            <p:ph type="body" idx="17"/>
          </p:nvPr>
        </p:nvSpPr>
        <p:spPr>
          <a:xfrm>
            <a:off x="6257971" y="4980565"/>
            <a:ext cx="5019629" cy="958851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152400" indent="-152400">
              <a:buChar char="•"/>
              <a:defRPr sz="1400"/>
            </a:lvl2pPr>
            <a:lvl3pPr marL="304800" indent="-152400">
              <a:buNone/>
              <a:defRPr sz="1400"/>
            </a:lvl3pPr>
            <a:lvl4pPr marL="533400" indent="-228600">
              <a:buNone/>
              <a:defRPr sz="1400"/>
            </a:lvl4pPr>
            <a:lvl5pPr marL="762000" indent="-228600">
              <a:buNone/>
              <a:defRPr sz="1400"/>
            </a:lvl5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板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节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背景板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节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背景板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节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背景板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节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背景板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章节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背景板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封面">
    <p:spTree>
      <p:nvGrpSpPr>
        <p:cNvPr id="1" name=""/>
        <p:cNvGrpSpPr/>
        <p:nvPr/>
      </p:nvGrpSpPr>
      <p:grpSpPr/>
      <p:sp>
        <p:nvSpPr>
          <p:cNvPr id="2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3CDB4633-C532-459C-A85A-C4284BC90916}" type="datetimeFigureOut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HarmonyOS Sans SC"/>
                <a:ea typeface="HarmonyOS Sans SC"/>
                <a:cs typeface="HarmonyOS Sans SC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62BACD5-5008-44D2-8AFD-4509F1E611BE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HarmonyOS Sans SC"/>
                <a:ea typeface="HarmonyOS Sans SC"/>
                <a:cs typeface="HarmonyOS Sans SC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HarmonyOS Sans SC"/>
              <a:ea typeface="HarmonyOS Sans SC"/>
              <a:cs typeface="HarmonyOS Sans SC"/>
            </a:endParaRPr>
          </a:p>
        </p:txBody>
      </p:sp>
      <p:pic>
        <p:nvPicPr>
          <p:cNvPr id="5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B8F9B19-2ACD-4754-B285-80AD428E761C}" type="datetimeFigureOut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HarmonyOS Sans SC"/>
                <a:ea typeface="HarmonyOS Sans SC"/>
                <a:cs typeface="HarmonyOS Sans SC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AEFD821-C737-494E-9714-1D79E310A4B0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HarmonyOS Sans SC"/>
                <a:ea typeface="HarmonyOS Sans SC"/>
                <a:cs typeface="HarmonyOS Sans SC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HarmonyOS Sans SC"/>
              <a:ea typeface="HarmonyOS Sans SC"/>
              <a:cs typeface="HarmonyOS Sans SC"/>
            </a:endParaRP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渡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8E786DCE-9276-4544-A303-B2A458CA83D9}" type="datetimeFigureOut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HarmonyOS Sans SC"/>
                <a:ea typeface="HarmonyOS Sans SC"/>
                <a:cs typeface="HarmonyOS Sans SC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5E0A1512-2185-40A5-873D-0645923F6625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HarmonyOS Sans SC"/>
                <a:ea typeface="HarmonyOS Sans SC"/>
                <a:cs typeface="HarmonyOS Sans SC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HarmonyOS Sans SC"/>
              <a:ea typeface="HarmonyOS Sans SC"/>
              <a:cs typeface="HarmonyOS Sans SC"/>
            </a:endParaRP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71A12FE7-82F5-4D4A-BA90-3FCEE9768CAB}" type="datetimeFigureOut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HarmonyOS Sans SC"/>
                <a:ea typeface="HarmonyOS Sans SC"/>
                <a:cs typeface="HarmonyOS Sans SC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4E937134-45C5-47F8-AE80-6491DDCCFE32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HarmonyOS Sans SC"/>
                <a:ea typeface="HarmonyOS Sans SC"/>
                <a:cs typeface="HarmonyOS Sans SC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HarmonyOS Sans SC"/>
              <a:ea typeface="HarmonyOS Sans SC"/>
              <a:cs typeface="HarmonyOS Sans SC"/>
            </a:endParaRP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/>
      <p:pic>
        <p:nvPicPr>
          <p:cNvPr id="2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/>
      <p:sp>
        <p:nvSpPr>
          <p:cNvPr id="8" name="Picture Placeholder 7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photo">
    <p:spTree>
      <p:nvGrpSpPr>
        <p:cNvPr id="1" name=""/>
        <p:cNvGrpSpPr/>
        <p:nvPr/>
      </p:nvGrpSpPr>
      <p:grpSpPr/>
      <p:sp>
        <p:nvSpPr>
          <p:cNvPr id="5" name="Picture Placeholder 4"/>
          <p:cNvSpPr>
            <a:spLocks noGrp="1"/>
          </p:cNvSpPr>
          <p:nvPr>
            <p:ph type="pic" idx="11"/>
          </p:nvPr>
        </p:nvSpPr>
        <p:spPr>
          <a:xfrm>
            <a:off x="730432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0" name="Picture Placeholder 4"/>
          <p:cNvSpPr>
            <a:spLocks noGrp="1"/>
          </p:cNvSpPr>
          <p:nvPr>
            <p:ph type="pic" idx="12"/>
          </p:nvPr>
        </p:nvSpPr>
        <p:spPr>
          <a:xfrm>
            <a:off x="3431704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1" name="Picture Placeholder 4"/>
          <p:cNvSpPr>
            <a:spLocks noGrp="1"/>
          </p:cNvSpPr>
          <p:nvPr>
            <p:ph type="pic" idx="13"/>
          </p:nvPr>
        </p:nvSpPr>
        <p:spPr>
          <a:xfrm>
            <a:off x="6132976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2" name="Picture Placeholder 4"/>
          <p:cNvSpPr>
            <a:spLocks noGrp="1"/>
          </p:cNvSpPr>
          <p:nvPr>
            <p:ph type="pic" idx="14"/>
          </p:nvPr>
        </p:nvSpPr>
        <p:spPr>
          <a:xfrm>
            <a:off x="8834249" y="504141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3" name="Picture Placeholder 4"/>
          <p:cNvSpPr>
            <a:spLocks noGrp="1"/>
          </p:cNvSpPr>
          <p:nvPr>
            <p:ph type="pic" idx="15"/>
          </p:nvPr>
        </p:nvSpPr>
        <p:spPr>
          <a:xfrm>
            <a:off x="730432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4" name="Picture Placeholder 4"/>
          <p:cNvSpPr>
            <a:spLocks noGrp="1"/>
          </p:cNvSpPr>
          <p:nvPr>
            <p:ph type="pic" idx="16"/>
          </p:nvPr>
        </p:nvSpPr>
        <p:spPr>
          <a:xfrm>
            <a:off x="3431704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5" name="Picture Placeholder 4"/>
          <p:cNvSpPr>
            <a:spLocks noGrp="1"/>
          </p:cNvSpPr>
          <p:nvPr>
            <p:ph type="pic" idx="17"/>
          </p:nvPr>
        </p:nvSpPr>
        <p:spPr>
          <a:xfrm>
            <a:off x="6132976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  <p:sp>
        <p:nvSpPr>
          <p:cNvPr id="16" name="Picture Placeholder 4"/>
          <p:cNvSpPr>
            <a:spLocks noGrp="1"/>
          </p:cNvSpPr>
          <p:nvPr>
            <p:ph type="pic" idx="18"/>
          </p:nvPr>
        </p:nvSpPr>
        <p:spPr>
          <a:xfrm>
            <a:off x="8834249" y="3248980"/>
            <a:ext cx="2556669" cy="255587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/>
      <p:sp>
        <p:nvSpPr>
          <p:cNvPr id="4" name="Picture Placeholder 3"/>
          <p:cNvSpPr>
            <a:spLocks noGrp="1"/>
          </p:cNvSpPr>
          <p:nvPr>
            <p:ph type="pic" idx="10"/>
          </p:nvPr>
        </p:nvSpPr>
        <p:spPr>
          <a:xfrm>
            <a:off x="2218765" y="0"/>
            <a:ext cx="3877235" cy="5432612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/>
      <p:sp>
        <p:nvSpPr>
          <p:cNvPr id="7" name="Picture Placeholder 6"/>
          <p:cNvSpPr>
            <a:spLocks noGrp="1"/>
          </p:cNvSpPr>
          <p:nvPr>
            <p:ph type="pic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9" Type="http://schemas.openxmlformats.org/officeDocument/2006/relationships/slideLayout" Target="../slideLayouts/slideLayout99.xml"/><Relationship Id="rId98" Type="http://schemas.openxmlformats.org/officeDocument/2006/relationships/slideLayout" Target="../slideLayouts/slideLayout98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.xml"/><Relationship Id="rId89" Type="http://schemas.openxmlformats.org/officeDocument/2006/relationships/slideLayout" Target="../slideLayouts/slideLayout89.xml"/><Relationship Id="rId88" Type="http://schemas.openxmlformats.org/officeDocument/2006/relationships/slideLayout" Target="../slideLayouts/slideLayout88.xml"/><Relationship Id="rId87" Type="http://schemas.openxmlformats.org/officeDocument/2006/relationships/slideLayout" Target="../slideLayouts/slideLayout87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80" Type="http://schemas.openxmlformats.org/officeDocument/2006/relationships/slideLayout" Target="../slideLayouts/slideLayout80.xml"/><Relationship Id="rId8" Type="http://schemas.openxmlformats.org/officeDocument/2006/relationships/slideLayout" Target="../slideLayouts/slideLayout8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.xml"/><Relationship Id="rId69" Type="http://schemas.openxmlformats.org/officeDocument/2006/relationships/slideLayout" Target="../slideLayouts/slideLayout69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0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.xml"/><Relationship Id="rId49" Type="http://schemas.openxmlformats.org/officeDocument/2006/relationships/slideLayout" Target="../slideLayouts/slideLayout4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0" Type="http://schemas.openxmlformats.org/officeDocument/2006/relationships/theme" Target="../theme/theme1.xml"/><Relationship Id="rId29" Type="http://schemas.openxmlformats.org/officeDocument/2006/relationships/slideLayout" Target="../slideLayouts/slideLayout29.xml"/><Relationship Id="rId289" Type="http://schemas.openxmlformats.org/officeDocument/2006/relationships/image" Target="../media/image2.png"/><Relationship Id="rId288" Type="http://schemas.openxmlformats.org/officeDocument/2006/relationships/slideLayout" Target="../slideLayouts/slideLayout288.xml"/><Relationship Id="rId287" Type="http://schemas.openxmlformats.org/officeDocument/2006/relationships/slideLayout" Target="../slideLayouts/slideLayout287.xml"/><Relationship Id="rId286" Type="http://schemas.openxmlformats.org/officeDocument/2006/relationships/slideLayout" Target="../slideLayouts/slideLayout286.xml"/><Relationship Id="rId285" Type="http://schemas.openxmlformats.org/officeDocument/2006/relationships/slideLayout" Target="../slideLayouts/slideLayout285.xml"/><Relationship Id="rId284" Type="http://schemas.openxmlformats.org/officeDocument/2006/relationships/slideLayout" Target="../slideLayouts/slideLayout284.xml"/><Relationship Id="rId283" Type="http://schemas.openxmlformats.org/officeDocument/2006/relationships/slideLayout" Target="../slideLayouts/slideLayout283.xml"/><Relationship Id="rId282" Type="http://schemas.openxmlformats.org/officeDocument/2006/relationships/slideLayout" Target="../slideLayouts/slideLayout282.xml"/><Relationship Id="rId281" Type="http://schemas.openxmlformats.org/officeDocument/2006/relationships/slideLayout" Target="../slideLayouts/slideLayout281.xml"/><Relationship Id="rId280" Type="http://schemas.openxmlformats.org/officeDocument/2006/relationships/slideLayout" Target="../slideLayouts/slideLayout280.xml"/><Relationship Id="rId28" Type="http://schemas.openxmlformats.org/officeDocument/2006/relationships/slideLayout" Target="../slideLayouts/slideLayout28.xml"/><Relationship Id="rId279" Type="http://schemas.openxmlformats.org/officeDocument/2006/relationships/slideLayout" Target="../slideLayouts/slideLayout279.xml"/><Relationship Id="rId278" Type="http://schemas.openxmlformats.org/officeDocument/2006/relationships/slideLayout" Target="../slideLayouts/slideLayout278.xml"/><Relationship Id="rId277" Type="http://schemas.openxmlformats.org/officeDocument/2006/relationships/slideLayout" Target="../slideLayouts/slideLayout277.xml"/><Relationship Id="rId276" Type="http://schemas.openxmlformats.org/officeDocument/2006/relationships/slideLayout" Target="../slideLayouts/slideLayout276.xml"/><Relationship Id="rId275" Type="http://schemas.openxmlformats.org/officeDocument/2006/relationships/slideLayout" Target="../slideLayouts/slideLayout275.xml"/><Relationship Id="rId274" Type="http://schemas.openxmlformats.org/officeDocument/2006/relationships/slideLayout" Target="../slideLayouts/slideLayout274.xml"/><Relationship Id="rId273" Type="http://schemas.openxmlformats.org/officeDocument/2006/relationships/slideLayout" Target="../slideLayouts/slideLayout273.xml"/><Relationship Id="rId272" Type="http://schemas.openxmlformats.org/officeDocument/2006/relationships/slideLayout" Target="../slideLayouts/slideLayout272.xml"/><Relationship Id="rId271" Type="http://schemas.openxmlformats.org/officeDocument/2006/relationships/slideLayout" Target="../slideLayouts/slideLayout271.xml"/><Relationship Id="rId270" Type="http://schemas.openxmlformats.org/officeDocument/2006/relationships/slideLayout" Target="../slideLayouts/slideLayout270.xml"/><Relationship Id="rId27" Type="http://schemas.openxmlformats.org/officeDocument/2006/relationships/slideLayout" Target="../slideLayouts/slideLayout27.xml"/><Relationship Id="rId269" Type="http://schemas.openxmlformats.org/officeDocument/2006/relationships/slideLayout" Target="../slideLayouts/slideLayout269.xml"/><Relationship Id="rId268" Type="http://schemas.openxmlformats.org/officeDocument/2006/relationships/slideLayout" Target="../slideLayouts/slideLayout268.xml"/><Relationship Id="rId267" Type="http://schemas.openxmlformats.org/officeDocument/2006/relationships/slideLayout" Target="../slideLayouts/slideLayout267.xml"/><Relationship Id="rId266" Type="http://schemas.openxmlformats.org/officeDocument/2006/relationships/slideLayout" Target="../slideLayouts/slideLayout266.xml"/><Relationship Id="rId265" Type="http://schemas.openxmlformats.org/officeDocument/2006/relationships/slideLayout" Target="../slideLayouts/slideLayout265.xml"/><Relationship Id="rId264" Type="http://schemas.openxmlformats.org/officeDocument/2006/relationships/slideLayout" Target="../slideLayouts/slideLayout264.xml"/><Relationship Id="rId263" Type="http://schemas.openxmlformats.org/officeDocument/2006/relationships/slideLayout" Target="../slideLayouts/slideLayout263.xml"/><Relationship Id="rId262" Type="http://schemas.openxmlformats.org/officeDocument/2006/relationships/slideLayout" Target="../slideLayouts/slideLayout262.xml"/><Relationship Id="rId261" Type="http://schemas.openxmlformats.org/officeDocument/2006/relationships/slideLayout" Target="../slideLayouts/slideLayout261.xml"/><Relationship Id="rId260" Type="http://schemas.openxmlformats.org/officeDocument/2006/relationships/slideLayout" Target="../slideLayouts/slideLayout260.xml"/><Relationship Id="rId26" Type="http://schemas.openxmlformats.org/officeDocument/2006/relationships/slideLayout" Target="../slideLayouts/slideLayout26.xml"/><Relationship Id="rId259" Type="http://schemas.openxmlformats.org/officeDocument/2006/relationships/slideLayout" Target="../slideLayouts/slideLayout259.xml"/><Relationship Id="rId258" Type="http://schemas.openxmlformats.org/officeDocument/2006/relationships/slideLayout" Target="../slideLayouts/slideLayout258.xml"/><Relationship Id="rId257" Type="http://schemas.openxmlformats.org/officeDocument/2006/relationships/slideLayout" Target="../slideLayouts/slideLayout257.xml"/><Relationship Id="rId256" Type="http://schemas.openxmlformats.org/officeDocument/2006/relationships/slideLayout" Target="../slideLayouts/slideLayout256.xml"/><Relationship Id="rId255" Type="http://schemas.openxmlformats.org/officeDocument/2006/relationships/slideLayout" Target="../slideLayouts/slideLayout255.xml"/><Relationship Id="rId254" Type="http://schemas.openxmlformats.org/officeDocument/2006/relationships/slideLayout" Target="../slideLayouts/slideLayout254.xml"/><Relationship Id="rId253" Type="http://schemas.openxmlformats.org/officeDocument/2006/relationships/slideLayout" Target="../slideLayouts/slideLayout253.xml"/><Relationship Id="rId252" Type="http://schemas.openxmlformats.org/officeDocument/2006/relationships/slideLayout" Target="../slideLayouts/slideLayout252.xml"/><Relationship Id="rId251" Type="http://schemas.openxmlformats.org/officeDocument/2006/relationships/slideLayout" Target="../slideLayouts/slideLayout251.xml"/><Relationship Id="rId250" Type="http://schemas.openxmlformats.org/officeDocument/2006/relationships/slideLayout" Target="../slideLayouts/slideLayout250.xml"/><Relationship Id="rId25" Type="http://schemas.openxmlformats.org/officeDocument/2006/relationships/slideLayout" Target="../slideLayouts/slideLayout25.xml"/><Relationship Id="rId249" Type="http://schemas.openxmlformats.org/officeDocument/2006/relationships/slideLayout" Target="../slideLayouts/slideLayout249.xml"/><Relationship Id="rId248" Type="http://schemas.openxmlformats.org/officeDocument/2006/relationships/slideLayout" Target="../slideLayouts/slideLayout248.xml"/><Relationship Id="rId247" Type="http://schemas.openxmlformats.org/officeDocument/2006/relationships/slideLayout" Target="../slideLayouts/slideLayout247.xml"/><Relationship Id="rId246" Type="http://schemas.openxmlformats.org/officeDocument/2006/relationships/slideLayout" Target="../slideLayouts/slideLayout246.xml"/><Relationship Id="rId245" Type="http://schemas.openxmlformats.org/officeDocument/2006/relationships/slideLayout" Target="../slideLayouts/slideLayout245.xml"/><Relationship Id="rId244" Type="http://schemas.openxmlformats.org/officeDocument/2006/relationships/slideLayout" Target="../slideLayouts/slideLayout244.xml"/><Relationship Id="rId243" Type="http://schemas.openxmlformats.org/officeDocument/2006/relationships/slideLayout" Target="../slideLayouts/slideLayout243.xml"/><Relationship Id="rId242" Type="http://schemas.openxmlformats.org/officeDocument/2006/relationships/slideLayout" Target="../slideLayouts/slideLayout242.xml"/><Relationship Id="rId241" Type="http://schemas.openxmlformats.org/officeDocument/2006/relationships/slideLayout" Target="../slideLayouts/slideLayout241.xml"/><Relationship Id="rId240" Type="http://schemas.openxmlformats.org/officeDocument/2006/relationships/slideLayout" Target="../slideLayouts/slideLayout240.xml"/><Relationship Id="rId24" Type="http://schemas.openxmlformats.org/officeDocument/2006/relationships/slideLayout" Target="../slideLayouts/slideLayout24.xml"/><Relationship Id="rId239" Type="http://schemas.openxmlformats.org/officeDocument/2006/relationships/slideLayout" Target="../slideLayouts/slideLayout239.xml"/><Relationship Id="rId238" Type="http://schemas.openxmlformats.org/officeDocument/2006/relationships/slideLayout" Target="../slideLayouts/slideLayout238.xml"/><Relationship Id="rId237" Type="http://schemas.openxmlformats.org/officeDocument/2006/relationships/slideLayout" Target="../slideLayouts/slideLayout237.xml"/><Relationship Id="rId236" Type="http://schemas.openxmlformats.org/officeDocument/2006/relationships/slideLayout" Target="../slideLayouts/slideLayout236.xml"/><Relationship Id="rId235" Type="http://schemas.openxmlformats.org/officeDocument/2006/relationships/slideLayout" Target="../slideLayouts/slideLayout235.xml"/><Relationship Id="rId234" Type="http://schemas.openxmlformats.org/officeDocument/2006/relationships/slideLayout" Target="../slideLayouts/slideLayout234.xml"/><Relationship Id="rId233" Type="http://schemas.openxmlformats.org/officeDocument/2006/relationships/slideLayout" Target="../slideLayouts/slideLayout233.xml"/><Relationship Id="rId232" Type="http://schemas.openxmlformats.org/officeDocument/2006/relationships/slideLayout" Target="../slideLayouts/slideLayout232.xml"/><Relationship Id="rId231" Type="http://schemas.openxmlformats.org/officeDocument/2006/relationships/slideLayout" Target="../slideLayouts/slideLayout231.xml"/><Relationship Id="rId230" Type="http://schemas.openxmlformats.org/officeDocument/2006/relationships/slideLayout" Target="../slideLayouts/slideLayout230.xml"/><Relationship Id="rId23" Type="http://schemas.openxmlformats.org/officeDocument/2006/relationships/slideLayout" Target="../slideLayouts/slideLayout23.xml"/><Relationship Id="rId229" Type="http://schemas.openxmlformats.org/officeDocument/2006/relationships/slideLayout" Target="../slideLayouts/slideLayout229.xml"/><Relationship Id="rId228" Type="http://schemas.openxmlformats.org/officeDocument/2006/relationships/slideLayout" Target="../slideLayouts/slideLayout228.xml"/><Relationship Id="rId227" Type="http://schemas.openxmlformats.org/officeDocument/2006/relationships/slideLayout" Target="../slideLayouts/slideLayout227.xml"/><Relationship Id="rId226" Type="http://schemas.openxmlformats.org/officeDocument/2006/relationships/slideLayout" Target="../slideLayouts/slideLayout226.xml"/><Relationship Id="rId225" Type="http://schemas.openxmlformats.org/officeDocument/2006/relationships/slideLayout" Target="../slideLayouts/slideLayout225.xml"/><Relationship Id="rId224" Type="http://schemas.openxmlformats.org/officeDocument/2006/relationships/slideLayout" Target="../slideLayouts/slideLayout224.xml"/><Relationship Id="rId223" Type="http://schemas.openxmlformats.org/officeDocument/2006/relationships/slideLayout" Target="../slideLayouts/slideLayout223.xml"/><Relationship Id="rId222" Type="http://schemas.openxmlformats.org/officeDocument/2006/relationships/slideLayout" Target="../slideLayouts/slideLayout222.xml"/><Relationship Id="rId221" Type="http://schemas.openxmlformats.org/officeDocument/2006/relationships/slideLayout" Target="../slideLayouts/slideLayout221.xml"/><Relationship Id="rId220" Type="http://schemas.openxmlformats.org/officeDocument/2006/relationships/slideLayout" Target="../slideLayouts/slideLayout220.xml"/><Relationship Id="rId22" Type="http://schemas.openxmlformats.org/officeDocument/2006/relationships/slideLayout" Target="../slideLayouts/slideLayout22.xml"/><Relationship Id="rId219" Type="http://schemas.openxmlformats.org/officeDocument/2006/relationships/slideLayout" Target="../slideLayouts/slideLayout219.xml"/><Relationship Id="rId218" Type="http://schemas.openxmlformats.org/officeDocument/2006/relationships/slideLayout" Target="../slideLayouts/slideLayout218.xml"/><Relationship Id="rId217" Type="http://schemas.openxmlformats.org/officeDocument/2006/relationships/slideLayout" Target="../slideLayouts/slideLayout217.xml"/><Relationship Id="rId216" Type="http://schemas.openxmlformats.org/officeDocument/2006/relationships/slideLayout" Target="../slideLayouts/slideLayout216.xml"/><Relationship Id="rId215" Type="http://schemas.openxmlformats.org/officeDocument/2006/relationships/slideLayout" Target="../slideLayouts/slideLayout215.xml"/><Relationship Id="rId214" Type="http://schemas.openxmlformats.org/officeDocument/2006/relationships/slideLayout" Target="../slideLayouts/slideLayout214.xml"/><Relationship Id="rId213" Type="http://schemas.openxmlformats.org/officeDocument/2006/relationships/slideLayout" Target="../slideLayouts/slideLayout213.xml"/><Relationship Id="rId212" Type="http://schemas.openxmlformats.org/officeDocument/2006/relationships/slideLayout" Target="../slideLayouts/slideLayout212.xml"/><Relationship Id="rId211" Type="http://schemas.openxmlformats.org/officeDocument/2006/relationships/slideLayout" Target="../slideLayouts/slideLayout211.xml"/><Relationship Id="rId210" Type="http://schemas.openxmlformats.org/officeDocument/2006/relationships/slideLayout" Target="../slideLayouts/slideLayout210.xml"/><Relationship Id="rId21" Type="http://schemas.openxmlformats.org/officeDocument/2006/relationships/slideLayout" Target="../slideLayouts/slideLayout21.xml"/><Relationship Id="rId209" Type="http://schemas.openxmlformats.org/officeDocument/2006/relationships/slideLayout" Target="../slideLayouts/slideLayout209.xml"/><Relationship Id="rId208" Type="http://schemas.openxmlformats.org/officeDocument/2006/relationships/slideLayout" Target="../slideLayouts/slideLayout208.xml"/><Relationship Id="rId207" Type="http://schemas.openxmlformats.org/officeDocument/2006/relationships/slideLayout" Target="../slideLayouts/slideLayout207.xml"/><Relationship Id="rId206" Type="http://schemas.openxmlformats.org/officeDocument/2006/relationships/slideLayout" Target="../slideLayouts/slideLayout206.xml"/><Relationship Id="rId205" Type="http://schemas.openxmlformats.org/officeDocument/2006/relationships/slideLayout" Target="../slideLayouts/slideLayout205.xml"/><Relationship Id="rId204" Type="http://schemas.openxmlformats.org/officeDocument/2006/relationships/slideLayout" Target="../slideLayouts/slideLayout204.xml"/><Relationship Id="rId203" Type="http://schemas.openxmlformats.org/officeDocument/2006/relationships/slideLayout" Target="../slideLayouts/slideLayout203.xml"/><Relationship Id="rId202" Type="http://schemas.openxmlformats.org/officeDocument/2006/relationships/slideLayout" Target="../slideLayouts/slideLayout202.xml"/><Relationship Id="rId201" Type="http://schemas.openxmlformats.org/officeDocument/2006/relationships/slideLayout" Target="../slideLayouts/slideLayout201.xml"/><Relationship Id="rId200" Type="http://schemas.openxmlformats.org/officeDocument/2006/relationships/slideLayout" Target="../slideLayouts/slideLayout200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9" Type="http://schemas.openxmlformats.org/officeDocument/2006/relationships/slideLayout" Target="../slideLayouts/slideLayout199.xml"/><Relationship Id="rId198" Type="http://schemas.openxmlformats.org/officeDocument/2006/relationships/slideLayout" Target="../slideLayouts/slideLayout198.xml"/><Relationship Id="rId197" Type="http://schemas.openxmlformats.org/officeDocument/2006/relationships/slideLayout" Target="../slideLayouts/slideLayout197.xml"/><Relationship Id="rId196" Type="http://schemas.openxmlformats.org/officeDocument/2006/relationships/slideLayout" Target="../slideLayouts/slideLayout196.xml"/><Relationship Id="rId195" Type="http://schemas.openxmlformats.org/officeDocument/2006/relationships/slideLayout" Target="../slideLayouts/slideLayout195.xml"/><Relationship Id="rId194" Type="http://schemas.openxmlformats.org/officeDocument/2006/relationships/slideLayout" Target="../slideLayouts/slideLayout194.xml"/><Relationship Id="rId193" Type="http://schemas.openxmlformats.org/officeDocument/2006/relationships/slideLayout" Target="../slideLayouts/slideLayout193.xml"/><Relationship Id="rId192" Type="http://schemas.openxmlformats.org/officeDocument/2006/relationships/slideLayout" Target="../slideLayouts/slideLayout192.xml"/><Relationship Id="rId191" Type="http://schemas.openxmlformats.org/officeDocument/2006/relationships/slideLayout" Target="../slideLayouts/slideLayout191.xml"/><Relationship Id="rId190" Type="http://schemas.openxmlformats.org/officeDocument/2006/relationships/slideLayout" Target="../slideLayouts/slideLayout190.xml"/><Relationship Id="rId19" Type="http://schemas.openxmlformats.org/officeDocument/2006/relationships/slideLayout" Target="../slideLayouts/slideLayout19.xml"/><Relationship Id="rId189" Type="http://schemas.openxmlformats.org/officeDocument/2006/relationships/slideLayout" Target="../slideLayouts/slideLayout189.xml"/><Relationship Id="rId188" Type="http://schemas.openxmlformats.org/officeDocument/2006/relationships/slideLayout" Target="../slideLayouts/slideLayout188.xml"/><Relationship Id="rId187" Type="http://schemas.openxmlformats.org/officeDocument/2006/relationships/slideLayout" Target="../slideLayouts/slideLayout187.xml"/><Relationship Id="rId186" Type="http://schemas.openxmlformats.org/officeDocument/2006/relationships/slideLayout" Target="../slideLayouts/slideLayout186.xml"/><Relationship Id="rId185" Type="http://schemas.openxmlformats.org/officeDocument/2006/relationships/slideLayout" Target="../slideLayouts/slideLayout185.xml"/><Relationship Id="rId184" Type="http://schemas.openxmlformats.org/officeDocument/2006/relationships/slideLayout" Target="../slideLayouts/slideLayout184.xml"/><Relationship Id="rId183" Type="http://schemas.openxmlformats.org/officeDocument/2006/relationships/slideLayout" Target="../slideLayouts/slideLayout183.xml"/><Relationship Id="rId182" Type="http://schemas.openxmlformats.org/officeDocument/2006/relationships/slideLayout" Target="../slideLayouts/slideLayout182.xml"/><Relationship Id="rId181" Type="http://schemas.openxmlformats.org/officeDocument/2006/relationships/slideLayout" Target="../slideLayouts/slideLayout181.xml"/><Relationship Id="rId180" Type="http://schemas.openxmlformats.org/officeDocument/2006/relationships/slideLayout" Target="../slideLayouts/slideLayout180.xml"/><Relationship Id="rId18" Type="http://schemas.openxmlformats.org/officeDocument/2006/relationships/slideLayout" Target="../slideLayouts/slideLayout18.xml"/><Relationship Id="rId179" Type="http://schemas.openxmlformats.org/officeDocument/2006/relationships/slideLayout" Target="../slideLayouts/slideLayout179.xml"/><Relationship Id="rId178" Type="http://schemas.openxmlformats.org/officeDocument/2006/relationships/slideLayout" Target="../slideLayouts/slideLayout178.xml"/><Relationship Id="rId177" Type="http://schemas.openxmlformats.org/officeDocument/2006/relationships/slideLayout" Target="../slideLayouts/slideLayout177.xml"/><Relationship Id="rId176" Type="http://schemas.openxmlformats.org/officeDocument/2006/relationships/slideLayout" Target="../slideLayouts/slideLayout176.xml"/><Relationship Id="rId175" Type="http://schemas.openxmlformats.org/officeDocument/2006/relationships/slideLayout" Target="../slideLayouts/slideLayout175.xml"/><Relationship Id="rId174" Type="http://schemas.openxmlformats.org/officeDocument/2006/relationships/slideLayout" Target="../slideLayouts/slideLayout174.xml"/><Relationship Id="rId173" Type="http://schemas.openxmlformats.org/officeDocument/2006/relationships/slideLayout" Target="../slideLayouts/slideLayout173.xml"/><Relationship Id="rId172" Type="http://schemas.openxmlformats.org/officeDocument/2006/relationships/slideLayout" Target="../slideLayouts/slideLayout172.xml"/><Relationship Id="rId171" Type="http://schemas.openxmlformats.org/officeDocument/2006/relationships/slideLayout" Target="../slideLayouts/slideLayout171.xml"/><Relationship Id="rId170" Type="http://schemas.openxmlformats.org/officeDocument/2006/relationships/slideLayout" Target="../slideLayouts/slideLayout170.xml"/><Relationship Id="rId17" Type="http://schemas.openxmlformats.org/officeDocument/2006/relationships/slideLayout" Target="../slideLayouts/slideLayout17.xml"/><Relationship Id="rId169" Type="http://schemas.openxmlformats.org/officeDocument/2006/relationships/slideLayout" Target="../slideLayouts/slideLayout169.xml"/><Relationship Id="rId168" Type="http://schemas.openxmlformats.org/officeDocument/2006/relationships/slideLayout" Target="../slideLayouts/slideLayout168.xml"/><Relationship Id="rId167" Type="http://schemas.openxmlformats.org/officeDocument/2006/relationships/slideLayout" Target="../slideLayouts/slideLayout167.xml"/><Relationship Id="rId166" Type="http://schemas.openxmlformats.org/officeDocument/2006/relationships/slideLayout" Target="../slideLayouts/slideLayout166.xml"/><Relationship Id="rId165" Type="http://schemas.openxmlformats.org/officeDocument/2006/relationships/slideLayout" Target="../slideLayouts/slideLayout165.xml"/><Relationship Id="rId164" Type="http://schemas.openxmlformats.org/officeDocument/2006/relationships/slideLayout" Target="../slideLayouts/slideLayout164.xml"/><Relationship Id="rId163" Type="http://schemas.openxmlformats.org/officeDocument/2006/relationships/slideLayout" Target="../slideLayouts/slideLayout163.xml"/><Relationship Id="rId162" Type="http://schemas.openxmlformats.org/officeDocument/2006/relationships/slideLayout" Target="../slideLayouts/slideLayout162.xml"/><Relationship Id="rId161" Type="http://schemas.openxmlformats.org/officeDocument/2006/relationships/slideLayout" Target="../slideLayouts/slideLayout161.xml"/><Relationship Id="rId160" Type="http://schemas.openxmlformats.org/officeDocument/2006/relationships/slideLayout" Target="../slideLayouts/slideLayout160.xml"/><Relationship Id="rId16" Type="http://schemas.openxmlformats.org/officeDocument/2006/relationships/slideLayout" Target="../slideLayouts/slideLayout16.xml"/><Relationship Id="rId159" Type="http://schemas.openxmlformats.org/officeDocument/2006/relationships/slideLayout" Target="../slideLayouts/slideLayout159.xml"/><Relationship Id="rId158" Type="http://schemas.openxmlformats.org/officeDocument/2006/relationships/slideLayout" Target="../slideLayouts/slideLayout158.xml"/><Relationship Id="rId157" Type="http://schemas.openxmlformats.org/officeDocument/2006/relationships/slideLayout" Target="../slideLayouts/slideLayout157.xml"/><Relationship Id="rId156" Type="http://schemas.openxmlformats.org/officeDocument/2006/relationships/slideLayout" Target="../slideLayouts/slideLayout156.xml"/><Relationship Id="rId155" Type="http://schemas.openxmlformats.org/officeDocument/2006/relationships/slideLayout" Target="../slideLayouts/slideLayout155.xml"/><Relationship Id="rId154" Type="http://schemas.openxmlformats.org/officeDocument/2006/relationships/slideLayout" Target="../slideLayouts/slideLayout154.xml"/><Relationship Id="rId153" Type="http://schemas.openxmlformats.org/officeDocument/2006/relationships/slideLayout" Target="../slideLayouts/slideLayout153.xml"/><Relationship Id="rId152" Type="http://schemas.openxmlformats.org/officeDocument/2006/relationships/slideLayout" Target="../slideLayouts/slideLayout152.xml"/><Relationship Id="rId151" Type="http://schemas.openxmlformats.org/officeDocument/2006/relationships/slideLayout" Target="../slideLayouts/slideLayout151.xml"/><Relationship Id="rId150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5.xml"/><Relationship Id="rId149" Type="http://schemas.openxmlformats.org/officeDocument/2006/relationships/slideLayout" Target="../slideLayouts/slideLayout149.xml"/><Relationship Id="rId148" Type="http://schemas.openxmlformats.org/officeDocument/2006/relationships/slideLayout" Target="../slideLayouts/slideLayout148.xml"/><Relationship Id="rId147" Type="http://schemas.openxmlformats.org/officeDocument/2006/relationships/slideLayout" Target="../slideLayouts/slideLayout147.xml"/><Relationship Id="rId146" Type="http://schemas.openxmlformats.org/officeDocument/2006/relationships/slideLayout" Target="../slideLayouts/slideLayout146.xml"/><Relationship Id="rId145" Type="http://schemas.openxmlformats.org/officeDocument/2006/relationships/slideLayout" Target="../slideLayouts/slideLayout145.xml"/><Relationship Id="rId144" Type="http://schemas.openxmlformats.org/officeDocument/2006/relationships/slideLayout" Target="../slideLayouts/slideLayout144.xml"/><Relationship Id="rId143" Type="http://schemas.openxmlformats.org/officeDocument/2006/relationships/slideLayout" Target="../slideLayouts/slideLayout143.xml"/><Relationship Id="rId142" Type="http://schemas.openxmlformats.org/officeDocument/2006/relationships/slideLayout" Target="../slideLayouts/slideLayout142.xml"/><Relationship Id="rId141" Type="http://schemas.openxmlformats.org/officeDocument/2006/relationships/slideLayout" Target="../slideLayouts/slideLayout141.xml"/><Relationship Id="rId140" Type="http://schemas.openxmlformats.org/officeDocument/2006/relationships/slideLayout" Target="../slideLayouts/slideLayout140.xml"/><Relationship Id="rId14" Type="http://schemas.openxmlformats.org/officeDocument/2006/relationships/slideLayout" Target="../slideLayouts/slideLayout14.xml"/><Relationship Id="rId139" Type="http://schemas.openxmlformats.org/officeDocument/2006/relationships/slideLayout" Target="../slideLayouts/slideLayout139.xml"/><Relationship Id="rId138" Type="http://schemas.openxmlformats.org/officeDocument/2006/relationships/slideLayout" Target="../slideLayouts/slideLayout138.xml"/><Relationship Id="rId137" Type="http://schemas.openxmlformats.org/officeDocument/2006/relationships/slideLayout" Target="../slideLayouts/slideLayout137.xml"/><Relationship Id="rId136" Type="http://schemas.openxmlformats.org/officeDocument/2006/relationships/slideLayout" Target="../slideLayouts/slideLayout136.xml"/><Relationship Id="rId135" Type="http://schemas.openxmlformats.org/officeDocument/2006/relationships/slideLayout" Target="../slideLayouts/slideLayout135.xml"/><Relationship Id="rId134" Type="http://schemas.openxmlformats.org/officeDocument/2006/relationships/slideLayout" Target="../slideLayouts/slideLayout134.xml"/><Relationship Id="rId133" Type="http://schemas.openxmlformats.org/officeDocument/2006/relationships/slideLayout" Target="../slideLayouts/slideLayout133.xml"/><Relationship Id="rId132" Type="http://schemas.openxmlformats.org/officeDocument/2006/relationships/slideLayout" Target="../slideLayouts/slideLayout132.xml"/><Relationship Id="rId131" Type="http://schemas.openxmlformats.org/officeDocument/2006/relationships/slideLayout" Target="../slideLayouts/slideLayout131.xml"/><Relationship Id="rId130" Type="http://schemas.openxmlformats.org/officeDocument/2006/relationships/slideLayout" Target="../slideLayouts/slideLayout130.xml"/><Relationship Id="rId13" Type="http://schemas.openxmlformats.org/officeDocument/2006/relationships/slideLayout" Target="../slideLayouts/slideLayout13.xml"/><Relationship Id="rId129" Type="http://schemas.openxmlformats.org/officeDocument/2006/relationships/slideLayout" Target="../slideLayouts/slideLayout129.xml"/><Relationship Id="rId128" Type="http://schemas.openxmlformats.org/officeDocument/2006/relationships/slideLayout" Target="../slideLayouts/slideLayout128.xml"/><Relationship Id="rId127" Type="http://schemas.openxmlformats.org/officeDocument/2006/relationships/slideLayout" Target="../slideLayouts/slideLayout127.xml"/><Relationship Id="rId126" Type="http://schemas.openxmlformats.org/officeDocument/2006/relationships/slideLayout" Target="../slideLayouts/slideLayout126.xml"/><Relationship Id="rId125" Type="http://schemas.openxmlformats.org/officeDocument/2006/relationships/slideLayout" Target="../slideLayouts/slideLayout125.xml"/><Relationship Id="rId124" Type="http://schemas.openxmlformats.org/officeDocument/2006/relationships/slideLayout" Target="../slideLayouts/slideLayout124.xml"/><Relationship Id="rId123" Type="http://schemas.openxmlformats.org/officeDocument/2006/relationships/slideLayout" Target="../slideLayouts/slideLayout123.xml"/><Relationship Id="rId122" Type="http://schemas.openxmlformats.org/officeDocument/2006/relationships/slideLayout" Target="../slideLayouts/slideLayout122.xml"/><Relationship Id="rId121" Type="http://schemas.openxmlformats.org/officeDocument/2006/relationships/slideLayout" Target="../slideLayouts/slideLayout121.xml"/><Relationship Id="rId120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.xml"/><Relationship Id="rId119" Type="http://schemas.openxmlformats.org/officeDocument/2006/relationships/slideLayout" Target="../slideLayouts/slideLayout119.xml"/><Relationship Id="rId118" Type="http://schemas.openxmlformats.org/officeDocument/2006/relationships/slideLayout" Target="../slideLayouts/slideLayout118.xml"/><Relationship Id="rId117" Type="http://schemas.openxmlformats.org/officeDocument/2006/relationships/slideLayout" Target="../slideLayouts/slideLayout117.xml"/><Relationship Id="rId116" Type="http://schemas.openxmlformats.org/officeDocument/2006/relationships/slideLayout" Target="../slideLayouts/slideLayout116.xml"/><Relationship Id="rId115" Type="http://schemas.openxmlformats.org/officeDocument/2006/relationships/slideLayout" Target="../slideLayouts/slideLayout115.xml"/><Relationship Id="rId114" Type="http://schemas.openxmlformats.org/officeDocument/2006/relationships/slideLayout" Target="../slideLayouts/slideLayout114.xml"/><Relationship Id="rId113" Type="http://schemas.openxmlformats.org/officeDocument/2006/relationships/slideLayout" Target="../slideLayouts/slideLayout113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110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7.xml"/><Relationship Id="rId8" Type="http://schemas.openxmlformats.org/officeDocument/2006/relationships/slideLayout" Target="../slideLayouts/slideLayout296.xml"/><Relationship Id="rId7" Type="http://schemas.openxmlformats.org/officeDocument/2006/relationships/slideLayout" Target="../slideLayouts/slideLayout295.xml"/><Relationship Id="rId6" Type="http://schemas.openxmlformats.org/officeDocument/2006/relationships/slideLayout" Target="../slideLayouts/slideLayout294.xml"/><Relationship Id="rId5" Type="http://schemas.openxmlformats.org/officeDocument/2006/relationships/slideLayout" Target="../slideLayouts/slideLayout293.xml"/><Relationship Id="rId4" Type="http://schemas.openxmlformats.org/officeDocument/2006/relationships/slideLayout" Target="../slideLayouts/slideLayout292.xml"/><Relationship Id="rId3" Type="http://schemas.openxmlformats.org/officeDocument/2006/relationships/slideLayout" Target="../slideLayouts/slideLayout291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290.xml"/><Relationship Id="rId19" Type="http://schemas.openxmlformats.org/officeDocument/2006/relationships/image" Target="../media/image2.png"/><Relationship Id="rId18" Type="http://schemas.openxmlformats.org/officeDocument/2006/relationships/slideLayout" Target="../slideLayouts/slideLayout306.xml"/><Relationship Id="rId17" Type="http://schemas.openxmlformats.org/officeDocument/2006/relationships/slideLayout" Target="../slideLayouts/slideLayout305.xml"/><Relationship Id="rId16" Type="http://schemas.openxmlformats.org/officeDocument/2006/relationships/slideLayout" Target="../slideLayouts/slideLayout304.xml"/><Relationship Id="rId15" Type="http://schemas.openxmlformats.org/officeDocument/2006/relationships/slideLayout" Target="../slideLayouts/slideLayout303.xml"/><Relationship Id="rId14" Type="http://schemas.openxmlformats.org/officeDocument/2006/relationships/slideLayout" Target="../slideLayouts/slideLayout302.xml"/><Relationship Id="rId13" Type="http://schemas.openxmlformats.org/officeDocument/2006/relationships/slideLayout" Target="../slideLayouts/slideLayout301.xml"/><Relationship Id="rId12" Type="http://schemas.openxmlformats.org/officeDocument/2006/relationships/slideLayout" Target="../slideLayouts/slideLayout300.xml"/><Relationship Id="rId11" Type="http://schemas.openxmlformats.org/officeDocument/2006/relationships/slideLayout" Target="../slideLayouts/slideLayout299.xml"/><Relationship Id="rId10" Type="http://schemas.openxmlformats.org/officeDocument/2006/relationships/slideLayout" Target="../slideLayouts/slideLayout298.xml"/><Relationship Id="rId1" Type="http://schemas.openxmlformats.org/officeDocument/2006/relationships/slideLayout" Target="../slideLayouts/slideLayout28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5.xml"/><Relationship Id="rId8" Type="http://schemas.openxmlformats.org/officeDocument/2006/relationships/slideLayout" Target="../slideLayouts/slideLayout314.xml"/><Relationship Id="rId7" Type="http://schemas.openxmlformats.org/officeDocument/2006/relationships/slideLayout" Target="../slideLayouts/slideLayout313.xml"/><Relationship Id="rId6" Type="http://schemas.openxmlformats.org/officeDocument/2006/relationships/slideLayout" Target="../slideLayouts/slideLayout312.xml"/><Relationship Id="rId5" Type="http://schemas.openxmlformats.org/officeDocument/2006/relationships/slideLayout" Target="../slideLayouts/slideLayout311.xml"/><Relationship Id="rId4" Type="http://schemas.openxmlformats.org/officeDocument/2006/relationships/slideLayout" Target="../slideLayouts/slideLayout310.xml"/><Relationship Id="rId3" Type="http://schemas.openxmlformats.org/officeDocument/2006/relationships/slideLayout" Target="../slideLayouts/slideLayout309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308.xml"/><Relationship Id="rId19" Type="http://schemas.openxmlformats.org/officeDocument/2006/relationships/image" Target="../media/image3.jpeg"/><Relationship Id="rId18" Type="http://schemas.openxmlformats.org/officeDocument/2006/relationships/slideLayout" Target="../slideLayouts/slideLayout324.xml"/><Relationship Id="rId17" Type="http://schemas.openxmlformats.org/officeDocument/2006/relationships/slideLayout" Target="../slideLayouts/slideLayout323.xml"/><Relationship Id="rId16" Type="http://schemas.openxmlformats.org/officeDocument/2006/relationships/slideLayout" Target="../slideLayouts/slideLayout322.xml"/><Relationship Id="rId15" Type="http://schemas.openxmlformats.org/officeDocument/2006/relationships/slideLayout" Target="../slideLayouts/slideLayout321.xml"/><Relationship Id="rId14" Type="http://schemas.openxmlformats.org/officeDocument/2006/relationships/slideLayout" Target="../slideLayouts/slideLayout320.xml"/><Relationship Id="rId13" Type="http://schemas.openxmlformats.org/officeDocument/2006/relationships/slideLayout" Target="../slideLayouts/slideLayout319.xml"/><Relationship Id="rId12" Type="http://schemas.openxmlformats.org/officeDocument/2006/relationships/slideLayout" Target="../slideLayouts/slideLayout318.xml"/><Relationship Id="rId11" Type="http://schemas.openxmlformats.org/officeDocument/2006/relationships/slideLayout" Target="../slideLayouts/slideLayout317.xml"/><Relationship Id="rId10" Type="http://schemas.openxmlformats.org/officeDocument/2006/relationships/slideLayout" Target="../slideLayouts/slideLayout316.xml"/><Relationship Id="rId1" Type="http://schemas.openxmlformats.org/officeDocument/2006/relationships/slideLayout" Target="../slideLayouts/slideLayout30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0" Type="http://schemas.openxmlformats.org/officeDocument/2006/relationships/theme" Target="../theme/theme4.xml"/><Relationship Id="rId2" Type="http://schemas.openxmlformats.org/officeDocument/2006/relationships/slideLayout" Target="../slideLayouts/slideLayout326.xml"/><Relationship Id="rId19" Type="http://schemas.openxmlformats.org/officeDocument/2006/relationships/image" Target="../media/image3.jpeg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1.xml"/><Relationship Id="rId8" Type="http://schemas.openxmlformats.org/officeDocument/2006/relationships/slideLayout" Target="../slideLayouts/slideLayout350.xml"/><Relationship Id="rId7" Type="http://schemas.openxmlformats.org/officeDocument/2006/relationships/slideLayout" Target="../slideLayouts/slideLayout349.xml"/><Relationship Id="rId6" Type="http://schemas.openxmlformats.org/officeDocument/2006/relationships/slideLayout" Target="../slideLayouts/slideLayout348.xml"/><Relationship Id="rId5" Type="http://schemas.openxmlformats.org/officeDocument/2006/relationships/slideLayout" Target="../slideLayouts/slideLayout347.xml"/><Relationship Id="rId4" Type="http://schemas.openxmlformats.org/officeDocument/2006/relationships/slideLayout" Target="../slideLayouts/slideLayout346.xml"/><Relationship Id="rId3" Type="http://schemas.openxmlformats.org/officeDocument/2006/relationships/slideLayout" Target="../slideLayouts/slideLayout345.xml"/><Relationship Id="rId20" Type="http://schemas.openxmlformats.org/officeDocument/2006/relationships/theme" Target="../theme/theme5.xml"/><Relationship Id="rId2" Type="http://schemas.openxmlformats.org/officeDocument/2006/relationships/slideLayout" Target="../slideLayouts/slideLayout344.xml"/><Relationship Id="rId19" Type="http://schemas.openxmlformats.org/officeDocument/2006/relationships/image" Target="../media/image3.jpeg"/><Relationship Id="rId18" Type="http://schemas.openxmlformats.org/officeDocument/2006/relationships/slideLayout" Target="../slideLayouts/slideLayout360.xml"/><Relationship Id="rId17" Type="http://schemas.openxmlformats.org/officeDocument/2006/relationships/slideLayout" Target="../slideLayouts/slideLayout359.xml"/><Relationship Id="rId16" Type="http://schemas.openxmlformats.org/officeDocument/2006/relationships/slideLayout" Target="../slideLayouts/slideLayout358.xml"/><Relationship Id="rId15" Type="http://schemas.openxmlformats.org/officeDocument/2006/relationships/slideLayout" Target="../slideLayouts/slideLayout357.xml"/><Relationship Id="rId14" Type="http://schemas.openxmlformats.org/officeDocument/2006/relationships/slideLayout" Target="../slideLayouts/slideLayout356.xml"/><Relationship Id="rId13" Type="http://schemas.openxmlformats.org/officeDocument/2006/relationships/slideLayout" Target="../slideLayouts/slideLayout355.xml"/><Relationship Id="rId12" Type="http://schemas.openxmlformats.org/officeDocument/2006/relationships/slideLayout" Target="../slideLayouts/slideLayout354.xml"/><Relationship Id="rId11" Type="http://schemas.openxmlformats.org/officeDocument/2006/relationships/slideLayout" Target="../slideLayouts/slideLayout353.xml"/><Relationship Id="rId10" Type="http://schemas.openxmlformats.org/officeDocument/2006/relationships/slideLayout" Target="../slideLayouts/slideLayout352.xml"/><Relationship Id="rId1" Type="http://schemas.openxmlformats.org/officeDocument/2006/relationships/slideLayout" Target="../slideLayouts/slideLayout343.xml"/></Relationships>
</file>

<file path=ppt/slideMasters/_rels/slideMaster6.xml.rels><?xml version="1.0" encoding="UTF-8" standalone="yes"?>
<Relationships xmlns="http://schemas.openxmlformats.org/package/2006/relationships"><Relationship Id="rId7" Type="http://schemas.openxmlformats.org/officeDocument/2006/relationships/theme" Target="../theme/theme6.xml"/><Relationship Id="rId6" Type="http://schemas.openxmlformats.org/officeDocument/2006/relationships/image" Target="../media/image3.jpeg"/><Relationship Id="rId5" Type="http://schemas.openxmlformats.org/officeDocument/2006/relationships/slideLayout" Target="../slideLayouts/slideLayout365.xml"/><Relationship Id="rId4" Type="http://schemas.openxmlformats.org/officeDocument/2006/relationships/slideLayout" Target="../slideLayouts/slideLayout364.xml"/><Relationship Id="rId3" Type="http://schemas.openxmlformats.org/officeDocument/2006/relationships/slideLayout" Target="../slideLayouts/slideLayout363.xml"/><Relationship Id="rId2" Type="http://schemas.openxmlformats.org/officeDocument/2006/relationships/slideLayout" Target="../slideLayouts/slideLayout362.xml"/><Relationship Id="rId1" Type="http://schemas.openxmlformats.org/officeDocument/2006/relationships/slideLayout" Target="../slideLayouts/slideLayout361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4.xml"/><Relationship Id="rId8" Type="http://schemas.openxmlformats.org/officeDocument/2006/relationships/slideLayout" Target="../slideLayouts/slideLayout373.xml"/><Relationship Id="rId7" Type="http://schemas.openxmlformats.org/officeDocument/2006/relationships/slideLayout" Target="../slideLayouts/slideLayout372.xml"/><Relationship Id="rId6" Type="http://schemas.openxmlformats.org/officeDocument/2006/relationships/slideLayout" Target="../slideLayouts/slideLayout371.xml"/><Relationship Id="rId5" Type="http://schemas.openxmlformats.org/officeDocument/2006/relationships/slideLayout" Target="../slideLayouts/slideLayout370.xml"/><Relationship Id="rId4" Type="http://schemas.openxmlformats.org/officeDocument/2006/relationships/slideLayout" Target="../slideLayouts/slideLayout369.xml"/><Relationship Id="rId3" Type="http://schemas.openxmlformats.org/officeDocument/2006/relationships/slideLayout" Target="../slideLayouts/slideLayout368.xml"/><Relationship Id="rId20" Type="http://schemas.openxmlformats.org/officeDocument/2006/relationships/theme" Target="../theme/theme7.xml"/><Relationship Id="rId2" Type="http://schemas.openxmlformats.org/officeDocument/2006/relationships/slideLayout" Target="../slideLayouts/slideLayout367.xml"/><Relationship Id="rId19" Type="http://schemas.openxmlformats.org/officeDocument/2006/relationships/image" Target="../media/image3.jpeg"/><Relationship Id="rId18" Type="http://schemas.openxmlformats.org/officeDocument/2006/relationships/slideLayout" Target="../slideLayouts/slideLayout383.xml"/><Relationship Id="rId17" Type="http://schemas.openxmlformats.org/officeDocument/2006/relationships/slideLayout" Target="../slideLayouts/slideLayout382.xml"/><Relationship Id="rId16" Type="http://schemas.openxmlformats.org/officeDocument/2006/relationships/slideLayout" Target="../slideLayouts/slideLayout381.xml"/><Relationship Id="rId15" Type="http://schemas.openxmlformats.org/officeDocument/2006/relationships/slideLayout" Target="../slideLayouts/slideLayout380.xml"/><Relationship Id="rId14" Type="http://schemas.openxmlformats.org/officeDocument/2006/relationships/slideLayout" Target="../slideLayouts/slideLayout379.xml"/><Relationship Id="rId13" Type="http://schemas.openxmlformats.org/officeDocument/2006/relationships/slideLayout" Target="../slideLayouts/slideLayout378.xml"/><Relationship Id="rId12" Type="http://schemas.openxmlformats.org/officeDocument/2006/relationships/slideLayout" Target="../slideLayouts/slideLayout377.xml"/><Relationship Id="rId11" Type="http://schemas.openxmlformats.org/officeDocument/2006/relationships/slideLayout" Target="../slideLayouts/slideLayout376.xml"/><Relationship Id="rId10" Type="http://schemas.openxmlformats.org/officeDocument/2006/relationships/slideLayout" Target="../slideLayouts/slideLayout375.xml"/><Relationship Id="rId1" Type="http://schemas.openxmlformats.org/officeDocument/2006/relationships/slideLayout" Target="../slideLayouts/slideLayout3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8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0" r:id="rId62"/>
    <p:sldLayoutId id="2147483711" r:id="rId63"/>
    <p:sldLayoutId id="2147483712" r:id="rId64"/>
    <p:sldLayoutId id="2147483713" r:id="rId65"/>
    <p:sldLayoutId id="2147483714" r:id="rId66"/>
    <p:sldLayoutId id="2147483715" r:id="rId67"/>
    <p:sldLayoutId id="2147483716" r:id="rId68"/>
    <p:sldLayoutId id="2147483717" r:id="rId69"/>
    <p:sldLayoutId id="2147483718" r:id="rId70"/>
    <p:sldLayoutId id="2147483719" r:id="rId71"/>
    <p:sldLayoutId id="2147483720" r:id="rId72"/>
    <p:sldLayoutId id="2147483721" r:id="rId73"/>
    <p:sldLayoutId id="2147483722" r:id="rId74"/>
    <p:sldLayoutId id="2147483723" r:id="rId75"/>
    <p:sldLayoutId id="2147483724" r:id="rId76"/>
    <p:sldLayoutId id="2147483725" r:id="rId77"/>
    <p:sldLayoutId id="2147483726" r:id="rId78"/>
    <p:sldLayoutId id="2147483727" r:id="rId79"/>
    <p:sldLayoutId id="2147483728" r:id="rId80"/>
    <p:sldLayoutId id="2147483729" r:id="rId81"/>
    <p:sldLayoutId id="2147483730" r:id="rId82"/>
    <p:sldLayoutId id="2147483731" r:id="rId83"/>
    <p:sldLayoutId id="2147483732" r:id="rId84"/>
    <p:sldLayoutId id="2147483733" r:id="rId85"/>
    <p:sldLayoutId id="2147483734" r:id="rId86"/>
    <p:sldLayoutId id="2147483735" r:id="rId87"/>
    <p:sldLayoutId id="2147483736" r:id="rId88"/>
    <p:sldLayoutId id="2147483737" r:id="rId89"/>
    <p:sldLayoutId id="2147483738" r:id="rId90"/>
    <p:sldLayoutId id="2147483739" r:id="rId91"/>
    <p:sldLayoutId id="2147483740" r:id="rId92"/>
    <p:sldLayoutId id="2147483741" r:id="rId93"/>
    <p:sldLayoutId id="2147483742" r:id="rId94"/>
    <p:sldLayoutId id="2147483743" r:id="rId95"/>
    <p:sldLayoutId id="2147483744" r:id="rId96"/>
    <p:sldLayoutId id="2147483745" r:id="rId97"/>
    <p:sldLayoutId id="2147483746" r:id="rId98"/>
    <p:sldLayoutId id="2147483747" r:id="rId99"/>
    <p:sldLayoutId id="2147483748" r:id="rId100"/>
    <p:sldLayoutId id="2147483749" r:id="rId101"/>
    <p:sldLayoutId id="2147483750" r:id="rId102"/>
    <p:sldLayoutId id="2147483751" r:id="rId103"/>
    <p:sldLayoutId id="2147483752" r:id="rId104"/>
    <p:sldLayoutId id="2147483753" r:id="rId105"/>
    <p:sldLayoutId id="2147483754" r:id="rId106"/>
    <p:sldLayoutId id="2147483755" r:id="rId107"/>
    <p:sldLayoutId id="2147483756" r:id="rId108"/>
    <p:sldLayoutId id="2147483757" r:id="rId109"/>
    <p:sldLayoutId id="2147483758" r:id="rId110"/>
    <p:sldLayoutId id="2147483759" r:id="rId111"/>
    <p:sldLayoutId id="2147483760" r:id="rId112"/>
    <p:sldLayoutId id="2147483761" r:id="rId113"/>
    <p:sldLayoutId id="2147483762" r:id="rId114"/>
    <p:sldLayoutId id="2147483763" r:id="rId115"/>
    <p:sldLayoutId id="2147483764" r:id="rId116"/>
    <p:sldLayoutId id="2147483765" r:id="rId117"/>
    <p:sldLayoutId id="2147483766" r:id="rId118"/>
    <p:sldLayoutId id="2147483767" r:id="rId119"/>
    <p:sldLayoutId id="2147483768" r:id="rId120"/>
    <p:sldLayoutId id="2147483769" r:id="rId121"/>
    <p:sldLayoutId id="2147483770" r:id="rId122"/>
    <p:sldLayoutId id="2147483771" r:id="rId123"/>
    <p:sldLayoutId id="2147483772" r:id="rId124"/>
    <p:sldLayoutId id="2147483773" r:id="rId125"/>
    <p:sldLayoutId id="2147483774" r:id="rId126"/>
    <p:sldLayoutId id="2147483775" r:id="rId127"/>
    <p:sldLayoutId id="2147483776" r:id="rId128"/>
    <p:sldLayoutId id="2147483777" r:id="rId129"/>
    <p:sldLayoutId id="2147483778" r:id="rId130"/>
    <p:sldLayoutId id="2147483779" r:id="rId131"/>
    <p:sldLayoutId id="2147483780" r:id="rId132"/>
    <p:sldLayoutId id="2147483781" r:id="rId133"/>
    <p:sldLayoutId id="2147483782" r:id="rId134"/>
    <p:sldLayoutId id="2147483783" r:id="rId135"/>
    <p:sldLayoutId id="2147483784" r:id="rId136"/>
    <p:sldLayoutId id="2147483785" r:id="rId137"/>
    <p:sldLayoutId id="2147483786" r:id="rId138"/>
    <p:sldLayoutId id="2147483787" r:id="rId139"/>
    <p:sldLayoutId id="2147483788" r:id="rId140"/>
    <p:sldLayoutId id="2147483789" r:id="rId141"/>
    <p:sldLayoutId id="2147483790" r:id="rId142"/>
    <p:sldLayoutId id="2147483791" r:id="rId143"/>
    <p:sldLayoutId id="2147483792" r:id="rId144"/>
    <p:sldLayoutId id="2147483793" r:id="rId145"/>
    <p:sldLayoutId id="2147483794" r:id="rId146"/>
    <p:sldLayoutId id="2147483795" r:id="rId147"/>
    <p:sldLayoutId id="2147483796" r:id="rId148"/>
    <p:sldLayoutId id="2147483797" r:id="rId149"/>
    <p:sldLayoutId id="2147483798" r:id="rId150"/>
    <p:sldLayoutId id="2147483799" r:id="rId151"/>
    <p:sldLayoutId id="2147483800" r:id="rId152"/>
    <p:sldLayoutId id="2147483801" r:id="rId153"/>
    <p:sldLayoutId id="2147483802" r:id="rId154"/>
    <p:sldLayoutId id="2147483803" r:id="rId155"/>
    <p:sldLayoutId id="2147483804" r:id="rId156"/>
    <p:sldLayoutId id="2147483805" r:id="rId157"/>
    <p:sldLayoutId id="2147483806" r:id="rId158"/>
    <p:sldLayoutId id="2147483807" r:id="rId159"/>
    <p:sldLayoutId id="2147483808" r:id="rId160"/>
    <p:sldLayoutId id="2147483809" r:id="rId161"/>
    <p:sldLayoutId id="2147483810" r:id="rId162"/>
    <p:sldLayoutId id="2147483811" r:id="rId163"/>
    <p:sldLayoutId id="2147483812" r:id="rId164"/>
    <p:sldLayoutId id="2147483813" r:id="rId165"/>
    <p:sldLayoutId id="2147483814" r:id="rId166"/>
    <p:sldLayoutId id="2147483815" r:id="rId167"/>
    <p:sldLayoutId id="2147483816" r:id="rId168"/>
    <p:sldLayoutId id="2147483817" r:id="rId169"/>
    <p:sldLayoutId id="2147483818" r:id="rId170"/>
    <p:sldLayoutId id="2147483819" r:id="rId171"/>
    <p:sldLayoutId id="2147483820" r:id="rId172"/>
    <p:sldLayoutId id="2147483821" r:id="rId173"/>
    <p:sldLayoutId id="2147483822" r:id="rId174"/>
    <p:sldLayoutId id="2147483823" r:id="rId175"/>
    <p:sldLayoutId id="2147483824" r:id="rId176"/>
    <p:sldLayoutId id="2147483825" r:id="rId177"/>
    <p:sldLayoutId id="2147483826" r:id="rId178"/>
    <p:sldLayoutId id="2147483827" r:id="rId179"/>
    <p:sldLayoutId id="2147483828" r:id="rId180"/>
    <p:sldLayoutId id="2147483829" r:id="rId181"/>
    <p:sldLayoutId id="2147483830" r:id="rId182"/>
    <p:sldLayoutId id="2147483831" r:id="rId183"/>
    <p:sldLayoutId id="2147483832" r:id="rId184"/>
    <p:sldLayoutId id="2147483833" r:id="rId185"/>
    <p:sldLayoutId id="2147483834" r:id="rId186"/>
    <p:sldLayoutId id="2147483835" r:id="rId187"/>
    <p:sldLayoutId id="2147483836" r:id="rId188"/>
    <p:sldLayoutId id="2147483837" r:id="rId189"/>
    <p:sldLayoutId id="2147483838" r:id="rId190"/>
    <p:sldLayoutId id="2147483839" r:id="rId191"/>
    <p:sldLayoutId id="2147483840" r:id="rId192"/>
    <p:sldLayoutId id="2147483841" r:id="rId193"/>
    <p:sldLayoutId id="2147483842" r:id="rId194"/>
    <p:sldLayoutId id="2147483843" r:id="rId195"/>
    <p:sldLayoutId id="2147483844" r:id="rId196"/>
    <p:sldLayoutId id="2147483845" r:id="rId197"/>
    <p:sldLayoutId id="2147483846" r:id="rId198"/>
    <p:sldLayoutId id="2147483847" r:id="rId199"/>
    <p:sldLayoutId id="2147483848" r:id="rId200"/>
    <p:sldLayoutId id="2147483849" r:id="rId201"/>
    <p:sldLayoutId id="2147483850" r:id="rId202"/>
    <p:sldLayoutId id="2147483851" r:id="rId203"/>
    <p:sldLayoutId id="2147483852" r:id="rId204"/>
    <p:sldLayoutId id="2147483853" r:id="rId205"/>
    <p:sldLayoutId id="2147483854" r:id="rId206"/>
    <p:sldLayoutId id="2147483855" r:id="rId207"/>
    <p:sldLayoutId id="2147483856" r:id="rId208"/>
    <p:sldLayoutId id="2147483857" r:id="rId209"/>
    <p:sldLayoutId id="2147483858" r:id="rId210"/>
    <p:sldLayoutId id="2147483859" r:id="rId211"/>
    <p:sldLayoutId id="2147483860" r:id="rId212"/>
    <p:sldLayoutId id="2147483861" r:id="rId213"/>
    <p:sldLayoutId id="2147483862" r:id="rId214"/>
    <p:sldLayoutId id="2147483863" r:id="rId215"/>
    <p:sldLayoutId id="2147483864" r:id="rId216"/>
    <p:sldLayoutId id="2147483865" r:id="rId217"/>
    <p:sldLayoutId id="2147483866" r:id="rId218"/>
    <p:sldLayoutId id="2147483867" r:id="rId219"/>
    <p:sldLayoutId id="2147483868" r:id="rId220"/>
    <p:sldLayoutId id="2147483869" r:id="rId221"/>
    <p:sldLayoutId id="2147483870" r:id="rId222"/>
    <p:sldLayoutId id="2147483871" r:id="rId223"/>
    <p:sldLayoutId id="2147483872" r:id="rId224"/>
    <p:sldLayoutId id="2147483873" r:id="rId225"/>
    <p:sldLayoutId id="2147483874" r:id="rId226"/>
    <p:sldLayoutId id="2147483875" r:id="rId227"/>
    <p:sldLayoutId id="2147483876" r:id="rId228"/>
    <p:sldLayoutId id="2147483877" r:id="rId229"/>
    <p:sldLayoutId id="2147483878" r:id="rId230"/>
    <p:sldLayoutId id="2147483879" r:id="rId231"/>
    <p:sldLayoutId id="2147483880" r:id="rId232"/>
    <p:sldLayoutId id="2147483881" r:id="rId233"/>
    <p:sldLayoutId id="2147483882" r:id="rId234"/>
    <p:sldLayoutId id="2147483883" r:id="rId235"/>
    <p:sldLayoutId id="2147483884" r:id="rId236"/>
    <p:sldLayoutId id="2147483885" r:id="rId237"/>
    <p:sldLayoutId id="2147483886" r:id="rId238"/>
    <p:sldLayoutId id="2147483887" r:id="rId239"/>
    <p:sldLayoutId id="2147483888" r:id="rId240"/>
    <p:sldLayoutId id="2147483889" r:id="rId241"/>
    <p:sldLayoutId id="2147483890" r:id="rId242"/>
    <p:sldLayoutId id="2147483891" r:id="rId243"/>
    <p:sldLayoutId id="2147483892" r:id="rId244"/>
    <p:sldLayoutId id="2147483893" r:id="rId245"/>
    <p:sldLayoutId id="2147483894" r:id="rId246"/>
    <p:sldLayoutId id="2147483895" r:id="rId247"/>
    <p:sldLayoutId id="2147483896" r:id="rId248"/>
    <p:sldLayoutId id="2147483897" r:id="rId249"/>
    <p:sldLayoutId id="2147483898" r:id="rId250"/>
    <p:sldLayoutId id="2147483899" r:id="rId251"/>
    <p:sldLayoutId id="2147483900" r:id="rId252"/>
    <p:sldLayoutId id="2147483901" r:id="rId253"/>
    <p:sldLayoutId id="2147483902" r:id="rId254"/>
    <p:sldLayoutId id="2147483903" r:id="rId255"/>
    <p:sldLayoutId id="2147483904" r:id="rId256"/>
    <p:sldLayoutId id="2147483905" r:id="rId257"/>
    <p:sldLayoutId id="2147483906" r:id="rId258"/>
    <p:sldLayoutId id="2147483907" r:id="rId259"/>
    <p:sldLayoutId id="2147483908" r:id="rId260"/>
    <p:sldLayoutId id="2147483909" r:id="rId261"/>
    <p:sldLayoutId id="2147483910" r:id="rId262"/>
    <p:sldLayoutId id="2147483911" r:id="rId263"/>
    <p:sldLayoutId id="2147483912" r:id="rId264"/>
    <p:sldLayoutId id="2147483913" r:id="rId265"/>
    <p:sldLayoutId id="2147483914" r:id="rId266"/>
    <p:sldLayoutId id="2147483915" r:id="rId267"/>
    <p:sldLayoutId id="2147483916" r:id="rId268"/>
    <p:sldLayoutId id="2147483917" r:id="rId269"/>
    <p:sldLayoutId id="2147483918" r:id="rId270"/>
    <p:sldLayoutId id="2147483919" r:id="rId271"/>
    <p:sldLayoutId id="2147483920" r:id="rId272"/>
    <p:sldLayoutId id="2147483921" r:id="rId273"/>
    <p:sldLayoutId id="2147483922" r:id="rId274"/>
    <p:sldLayoutId id="2147483923" r:id="rId275"/>
    <p:sldLayoutId id="2147483924" r:id="rId276"/>
    <p:sldLayoutId id="2147483925" r:id="rId277"/>
    <p:sldLayoutId id="2147483926" r:id="rId278"/>
    <p:sldLayoutId id="2147483927" r:id="rId279"/>
    <p:sldLayoutId id="2147483928" r:id="rId280"/>
    <p:sldLayoutId id="2147483929" r:id="rId281"/>
    <p:sldLayoutId id="2147483930" r:id="rId282"/>
    <p:sldLayoutId id="2147483931" r:id="rId283"/>
    <p:sldLayoutId id="2147483932" r:id="rId284"/>
    <p:sldLayoutId id="2147483933" r:id="rId285"/>
    <p:sldLayoutId id="2147483934" r:id="rId286"/>
    <p:sldLayoutId id="2147483935" r:id="rId287"/>
    <p:sldLayoutId id="2147483936" r:id="rId288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  <p:sldLayoutId id="2147483940" r:id="rId3"/>
    <p:sldLayoutId id="2147483941" r:id="rId4"/>
    <p:sldLayoutId id="2147483942" r:id="rId5"/>
    <p:sldLayoutId id="2147483943" r:id="rId6"/>
    <p:sldLayoutId id="2147483944" r:id="rId7"/>
    <p:sldLayoutId id="2147483945" r:id="rId8"/>
    <p:sldLayoutId id="2147483946" r:id="rId9"/>
    <p:sldLayoutId id="2147483947" r:id="rId10"/>
    <p:sldLayoutId id="2147483948" r:id="rId11"/>
    <p:sldLayoutId id="2147483949" r:id="rId12"/>
    <p:sldLayoutId id="2147483950" r:id="rId13"/>
    <p:sldLayoutId id="2147483951" r:id="rId14"/>
    <p:sldLayoutId id="2147483952" r:id="rId15"/>
    <p:sldLayoutId id="2147483953" r:id="rId16"/>
    <p:sldLayoutId id="2147483954" r:id="rId17"/>
    <p:sldLayoutId id="2147483955" r:id="rId18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  <p:sldLayoutId id="2147483972" r:id="rId16"/>
    <p:sldLayoutId id="2147483973" r:id="rId17"/>
    <p:sldLayoutId id="2147483974" r:id="rId18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88" r:id="rId13"/>
    <p:sldLayoutId id="2147483989" r:id="rId14"/>
    <p:sldLayoutId id="2147483990" r:id="rId15"/>
    <p:sldLayoutId id="2147483991" r:id="rId16"/>
    <p:sldLayoutId id="2147483992" r:id="rId17"/>
    <p:sldLayoutId id="2147483993" r:id="rId18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5" r:id="rId1"/>
    <p:sldLayoutId id="2147483996" r:id="rId2"/>
    <p:sldLayoutId id="2147483997" r:id="rId3"/>
    <p:sldLayoutId id="2147483998" r:id="rId4"/>
    <p:sldLayoutId id="2147483999" r:id="rId5"/>
    <p:sldLayoutId id="2147484000" r:id="rId6"/>
    <p:sldLayoutId id="2147484001" r:id="rId7"/>
    <p:sldLayoutId id="2147484002" r:id="rId8"/>
    <p:sldLayoutId id="2147484003" r:id="rId9"/>
    <p:sldLayoutId id="2147484004" r:id="rId10"/>
    <p:sldLayoutId id="2147484005" r:id="rId11"/>
    <p:sldLayoutId id="2147484006" r:id="rId12"/>
    <p:sldLayoutId id="2147484007" r:id="rId13"/>
    <p:sldLayoutId id="2147484008" r:id="rId14"/>
    <p:sldLayoutId id="2147484009" r:id="rId15"/>
    <p:sldLayoutId id="2147484010" r:id="rId16"/>
    <p:sldLayoutId id="2147484011" r:id="rId17"/>
    <p:sldLayoutId id="2147484012" r:id="rId18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2419A5F6-E08B-4DCD-844C-650E238E8D3C}" type="datetimeFigureOut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HarmonyOS Sans SC"/>
                <a:ea typeface="HarmonyOS Sans SC"/>
                <a:cs typeface="HarmonyOS Sans SC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HarmonyOS Sans SC"/>
              <a:ea typeface="HarmonyOS Sans SC"/>
              <a:cs typeface="HarmonyOS Sans SC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D38C9A39-9835-459D-A928-39DF748B3C1D}" type="slidenum">
              <a:rPr sz="1200" b="0" i="0" u="none" cap="none" spc="0">
                <a:ln>
                  <a:noFill/>
                </a:ln>
                <a:solidFill>
                  <a:prstClr val="black">
                    <a:tint val="75000"/>
                  </a:prstClr>
                </a:solidFill>
                <a:latin typeface="HarmonyOS Sans SC"/>
                <a:ea typeface="HarmonyOS Sans SC"/>
                <a:cs typeface="HarmonyOS Sans SC"/>
              </a:rPr>
            </a:fld>
            <a:endParaRPr sz="1200" b="0" i="0" u="none" cap="none" spc="0">
              <a:ln>
                <a:noFill/>
              </a:ln>
              <a:solidFill>
                <a:prstClr val="black">
                  <a:tint val="75000"/>
                </a:prstClr>
              </a:solidFill>
              <a:latin typeface="HarmonyOS Sans SC"/>
              <a:ea typeface="HarmonyOS Sans SC"/>
              <a:cs typeface="HarmonyOS Sans SC"/>
            </a:endParaRPr>
          </a:p>
        </p:txBody>
      </p:sp>
      <p:pic>
        <p:nvPicPr>
          <p:cNvPr id="1031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14" r:id="rId1"/>
    <p:sldLayoutId id="2147484015" r:id="rId2"/>
    <p:sldLayoutId id="2147484016" r:id="rId3"/>
    <p:sldLayoutId id="2147484017" r:id="rId4"/>
    <p:sldLayoutId id="2147484018" r:id="rId5"/>
  </p:sldLayoutIdLst>
  <p:txStyles>
    <p:titleStyle>
      <a:lvl1pPr algn="l">
        <a:lnSpc>
          <a:spcPct val="90000"/>
        </a:lnSpc>
        <a:spcBef>
          <a:spcPts val="0"/>
        </a:spcBef>
        <a:spcAft>
          <a:spcPts val="0"/>
        </a:spcAft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  <a:lvl2pPr algn="l">
        <a:lnSpc>
          <a:spcPct val="90000"/>
        </a:lnSpc>
        <a:spcBef>
          <a:spcPts val="0"/>
        </a:spcBef>
        <a:spcAft>
          <a:spcPts val="0"/>
        </a:spcAft>
        <a:buNone/>
        <a:defRPr sz="4400">
          <a:solidFill>
            <a:schemeClr val="tx1"/>
          </a:solidFill>
          <a:latin typeface="OPPOSans B"/>
          <a:ea typeface="OPPOSans B"/>
          <a:cs typeface="OPPOSans B"/>
        </a:defRPr>
      </a:lvl2pPr>
      <a:lvl3pPr algn="l">
        <a:lnSpc>
          <a:spcPct val="90000"/>
        </a:lnSpc>
        <a:spcBef>
          <a:spcPts val="0"/>
        </a:spcBef>
        <a:spcAft>
          <a:spcPts val="0"/>
        </a:spcAft>
        <a:buNone/>
        <a:defRPr sz="4400">
          <a:solidFill>
            <a:schemeClr val="tx1"/>
          </a:solidFill>
          <a:latin typeface="OPPOSans B"/>
          <a:ea typeface="OPPOSans B"/>
          <a:cs typeface="OPPOSans B"/>
        </a:defRPr>
      </a:lvl3pPr>
      <a:lvl4pPr algn="l">
        <a:lnSpc>
          <a:spcPct val="90000"/>
        </a:lnSpc>
        <a:spcBef>
          <a:spcPts val="0"/>
        </a:spcBef>
        <a:spcAft>
          <a:spcPts val="0"/>
        </a:spcAft>
        <a:buNone/>
        <a:defRPr sz="4400">
          <a:solidFill>
            <a:schemeClr val="tx1"/>
          </a:solidFill>
          <a:latin typeface="OPPOSans B"/>
          <a:ea typeface="OPPOSans B"/>
          <a:cs typeface="OPPOSans B"/>
        </a:defRPr>
      </a:lvl4pPr>
      <a:lvl5pPr algn="l">
        <a:lnSpc>
          <a:spcPct val="90000"/>
        </a:lnSpc>
        <a:spcBef>
          <a:spcPts val="0"/>
        </a:spcBef>
        <a:spcAft>
          <a:spcPts val="0"/>
        </a:spcAft>
        <a:buNone/>
        <a:defRPr sz="4400">
          <a:solidFill>
            <a:schemeClr val="tx1"/>
          </a:solidFill>
          <a:latin typeface="OPPOSans B"/>
          <a:ea typeface="OPPOSans B"/>
          <a:cs typeface="OPPOSans B"/>
        </a:defRPr>
      </a:lvl5pPr>
      <a:lvl6pPr marL="457200" algn="l">
        <a:lnSpc>
          <a:spcPct val="90000"/>
        </a:lnSpc>
        <a:spcBef>
          <a:spcPts val="0"/>
        </a:spcBef>
        <a:spcAft>
          <a:spcPts val="0"/>
        </a:spcAft>
        <a:buNone/>
        <a:defRPr sz="4400">
          <a:solidFill>
            <a:schemeClr val="tx1"/>
          </a:solidFill>
          <a:latin typeface="OPPOSans B"/>
          <a:ea typeface="OPPOSans B"/>
          <a:cs typeface="OPPOSans B"/>
        </a:defRPr>
      </a:lvl6pPr>
      <a:lvl7pPr marL="914400" algn="l">
        <a:lnSpc>
          <a:spcPct val="90000"/>
        </a:lnSpc>
        <a:spcBef>
          <a:spcPts val="0"/>
        </a:spcBef>
        <a:spcAft>
          <a:spcPts val="0"/>
        </a:spcAft>
        <a:buNone/>
        <a:defRPr sz="4400">
          <a:solidFill>
            <a:schemeClr val="tx1"/>
          </a:solidFill>
          <a:latin typeface="OPPOSans B"/>
          <a:ea typeface="OPPOSans B"/>
          <a:cs typeface="OPPOSans B"/>
        </a:defRPr>
      </a:lvl7pPr>
      <a:lvl8pPr marL="1371600" algn="l">
        <a:lnSpc>
          <a:spcPct val="90000"/>
        </a:lnSpc>
        <a:spcBef>
          <a:spcPts val="0"/>
        </a:spcBef>
        <a:spcAft>
          <a:spcPts val="0"/>
        </a:spcAft>
        <a:buNone/>
        <a:defRPr sz="4400">
          <a:solidFill>
            <a:schemeClr val="tx1"/>
          </a:solidFill>
          <a:latin typeface="OPPOSans B"/>
          <a:ea typeface="OPPOSans B"/>
          <a:cs typeface="OPPOSans B"/>
        </a:defRPr>
      </a:lvl8pPr>
      <a:lvl9pPr marL="1828800" algn="l">
        <a:lnSpc>
          <a:spcPct val="90000"/>
        </a:lnSpc>
        <a:spcBef>
          <a:spcPts val="0"/>
        </a:spcBef>
        <a:spcAft>
          <a:spcPts val="0"/>
        </a:spcAft>
        <a:buNone/>
        <a:defRPr sz="4400">
          <a:solidFill>
            <a:schemeClr val="tx1"/>
          </a:solidFill>
          <a:latin typeface="OPPOSans B"/>
          <a:ea typeface="OPPOSans B"/>
          <a:cs typeface="OPPOSans B"/>
        </a:defRPr>
      </a:lvl9pPr>
    </p:titleStyle>
    <p:bodyStyle>
      <a:lvl1pPr marL="228600" indent="-228600" algn="l">
        <a:lnSpc>
          <a:spcPct val="90000"/>
        </a:lnSpc>
        <a:spcBef>
          <a:spcPts val="1000"/>
        </a:spcBef>
        <a:spcAft>
          <a:spcPts val="0"/>
        </a:spcAft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spcAft>
          <a:spcPts val="0"/>
        </a:spcAft>
        <a:buChar char="•"/>
        <a:defRPr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6DF64FF5-AF41-8D44-8EA5-C76EFF349F7B}" type="datetimeFigureOut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 b="0" i="0">
                <a:solidFill>
                  <a:schemeClr val="tx1">
                    <a:tint val="82000"/>
                  </a:schemeClr>
                </a:solidFill>
                <a:latin typeface="Alibaba PuHuiTi"/>
                <a:ea typeface="Alibaba PuHuiTi"/>
                <a:cs typeface="Alibaba PuHuiTi"/>
              </a:defRPr>
            </a:lvl1pPr>
          </a:lstStyle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A035A6CB-1573-CE49-879F-C20378C53C5A}" type="slidenum">
              <a:rPr sz="1200" b="0" i="0" u="none" cap="none" spc="0">
                <a:ln>
                  <a:noFill/>
                </a:ln>
                <a:solidFill>
                  <a:srgbClr val="000000">
                    <a:tint val="82000"/>
                  </a:srgbClr>
                </a:solidFill>
                <a:latin typeface="Alibaba PuHuiTi"/>
                <a:ea typeface="Alibaba PuHuiTi"/>
                <a:cs typeface="Alibaba PuHuiTi"/>
              </a:rPr>
            </a:fld>
            <a:endParaRPr sz="1200" b="0" i="0" u="none" cap="none" spc="0">
              <a:ln>
                <a:noFill/>
              </a:ln>
              <a:solidFill>
                <a:srgbClr val="000000">
                  <a:tint val="82000"/>
                </a:srgbClr>
              </a:solidFill>
              <a:latin typeface="Alibaba PuHuiTi"/>
              <a:ea typeface="Alibaba PuHuiTi"/>
              <a:cs typeface="Alibaba PuHuiT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29" r:id="rId10"/>
    <p:sldLayoutId id="2147484030" r:id="rId11"/>
    <p:sldLayoutId id="2147484031" r:id="rId12"/>
    <p:sldLayoutId id="2147484032" r:id="rId13"/>
    <p:sldLayoutId id="2147484033" r:id="rId14"/>
    <p:sldLayoutId id="2147484034" r:id="rId15"/>
    <p:sldLayoutId id="2147484035" r:id="rId16"/>
    <p:sldLayoutId id="2147484036" r:id="rId17"/>
    <p:sldLayoutId id="2147484037" r:id="rId18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83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38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83.xml"/><Relationship Id="rId8" Type="http://schemas.openxmlformats.org/officeDocument/2006/relationships/image" Target="../media/image20.svg"/><Relationship Id="rId7" Type="http://schemas.openxmlformats.org/officeDocument/2006/relationships/image" Target="../media/image19.png"/><Relationship Id="rId6" Type="http://schemas.openxmlformats.org/officeDocument/2006/relationships/tags" Target="../tags/tag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2" name="图片 1"/>
          <p:cNvPicPr>
            <a:picLocks noChangeAspect="1"/>
          </p:cNvPicPr>
          <p:nvPr/>
        </p:nvPicPr>
        <p:blipFill rotWithShape="1">
          <a:blip r:embed="rId1"/>
          <a:srcRect l="1884" t="17299"/>
          <a:stretch>
            <a:fillRect/>
          </a:stretch>
        </p:blipFill>
        <p:spPr>
          <a:xfrm>
            <a:off x="2" y="0"/>
            <a:ext cx="12191998" cy="6858000"/>
          </a:xfrm>
          <a:prstGeom prst="rect">
            <a:avLst/>
          </a:prstGeom>
        </p:spPr>
      </p:pic>
      <p:sp>
        <p:nvSpPr>
          <p:cNvPr id="60" name="矩形 5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441351"/>
              </a:gs>
              <a:gs pos="62000">
                <a:schemeClr val="accent1">
                  <a:alpha val="0"/>
                </a:schemeClr>
              </a:gs>
            </a:gsLst>
            <a:lin ang="17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" y="3139871"/>
            <a:ext cx="12192000" cy="2885148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文本框 20"/>
          <p:cNvSpPr>
            <a:spLocks noGrp="1"/>
          </p:cNvSpPr>
          <p:nvPr/>
        </p:nvSpPr>
        <p:spPr>
          <a:xfrm>
            <a:off x="967740" y="3573124"/>
            <a:ext cx="6488654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cap="none">
                <a:ln>
                  <a:noFill/>
                </a:ln>
                <a:solidFill>
                  <a:srgbClr val="441351"/>
                </a:solidFill>
                <a:latin typeface="微软雅黑"/>
                <a:ea typeface="微软雅黑"/>
                <a:cs typeface="微软雅黑"/>
              </a:rPr>
              <a:t>Unlimited Blade Work - Printer and </a:t>
            </a:r>
            <a:r>
              <a:rPr lang="en-US" sz="1800" b="1" i="0" u="none" cap="none">
                <a:ln>
                  <a:noFill/>
                </a:ln>
                <a:solidFill>
                  <a:srgbClr val="441351"/>
                </a:solidFill>
                <a:latin typeface="微软雅黑"/>
                <a:ea typeface="微软雅黑"/>
                <a:cs typeface="微软雅黑"/>
              </a:rPr>
              <a:t>Remixer</a:t>
            </a:r>
            <a:endParaRPr lang="en-US" sz="1800" b="1" i="0" u="none" cap="none">
              <a:ln>
                <a:noFill/>
              </a:ln>
              <a:solidFill>
                <a:srgbClr val="44135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文本框 21"/>
          <p:cNvSpPr>
            <a:spLocks noGrp="1"/>
          </p:cNvSpPr>
          <p:nvPr/>
        </p:nvSpPr>
        <p:spPr>
          <a:xfrm>
            <a:off x="930132" y="3987222"/>
            <a:ext cx="5282565" cy="829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rPr>
              <a:t>Printer </a:t>
            </a:r>
            <a:r>
              <a:rPr lang="en-US" sz="4800" b="1" i="0" u="none" cap="none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rPr>
              <a:t>&amp; </a:t>
            </a:r>
            <a:r>
              <a:rPr lang="en-US" sz="4800" b="1" i="0" u="none" cap="none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latin typeface="微软雅黑"/>
                <a:ea typeface="微软雅黑"/>
                <a:cs typeface="微软雅黑"/>
              </a:rPr>
              <a:t>Remixer</a:t>
            </a:r>
            <a:endParaRPr lang="en-US" sz="4800" b="1" i="0" u="none" cap="none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67740" y="5168775"/>
            <a:ext cx="67189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00" b="1" i="0" u="none" cap="none">
                <a:ln>
                  <a:noFill/>
                </a:ln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产品介绍 · 2026年06月</a:t>
            </a:r>
            <a:endParaRPr sz="1600" b="1" i="0" u="none" cap="none">
              <a:ln>
                <a:noFill/>
              </a:ln>
              <a:solidFill>
                <a:srgbClr val="262626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78" name="直接连接符 27"/>
          <p:cNvCxnSpPr/>
          <p:nvPr/>
        </p:nvCxnSpPr>
        <p:spPr>
          <a:xfrm flipH="1">
            <a:off x="1060450" y="5032490"/>
            <a:ext cx="6069924" cy="0"/>
          </a:xfrm>
          <a:prstGeom prst="line">
            <a:avLst/>
          </a:prstGeom>
          <a:ln w="28575" cap="rnd">
            <a:solidFill>
              <a:srgbClr val="441351">
                <a:alpha val="79000"/>
              </a:srgb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9" name="图片 32"/>
          <p:cNvPicPr>
            <a:picLocks noChangeAspect="1"/>
          </p:cNvPicPr>
          <p:nvPr/>
        </p:nvPicPr>
        <p:blipFill rotWithShape="1">
          <a:blip r:embed="rId2"/>
          <a:srcRect t="20586" b="27820"/>
          <a:stretch>
            <a:fillRect/>
          </a:stretch>
        </p:blipFill>
        <p:spPr>
          <a:xfrm>
            <a:off x="9996857" y="3546998"/>
            <a:ext cx="1840032" cy="711763"/>
          </a:xfrm>
          <a:prstGeom prst="rect">
            <a:avLst/>
          </a:prstGeom>
        </p:spPr>
      </p:pic>
      <p:pic>
        <p:nvPicPr>
          <p:cNvPr id="2" name="图片 1"/>
          <p:cNvPicPr/>
          <p:nvPr/>
        </p:nvPicPr>
        <p:blipFill>
          <a:blip r:embed="rId3"/>
          <a:stretch>
            <a:fillRect/>
          </a:stretch>
        </p:blipFill>
        <p:spPr>
          <a:xfrm>
            <a:off x="6311900" y="3284855"/>
            <a:ext cx="3520440" cy="26403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8" name="圆角矩形 117"/>
          <p:cNvSpPr>
            <a:spLocks noGrp="1"/>
          </p:cNvSpPr>
          <p:nvPr/>
        </p:nvSpPr>
        <p:spPr>
          <a:xfrm>
            <a:off x="6163945" y="1357630"/>
            <a:ext cx="4942840" cy="1218565"/>
          </a:xfrm>
          <a:prstGeom prst="roundRect">
            <a:avLst>
              <a:gd name="adj" fmla="val 5992"/>
            </a:avLst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</a:p>
        </p:txBody>
      </p:sp>
      <p:sp>
        <p:nvSpPr>
          <p:cNvPr id="25" name="文本框 24"/>
          <p:cNvSpPr>
            <a:spLocks noGrp="1"/>
          </p:cNvSpPr>
          <p:nvPr/>
        </p:nvSpPr>
        <p:spPr>
          <a:xfrm>
            <a:off x="1711059" y="5790599"/>
            <a:ext cx="2954655" cy="4292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代表性游戏封面</a:t>
            </a:r>
            <a:endParaRPr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4" name="文本框 103"/>
          <p:cNvSpPr>
            <a:spLocks noGrp="1"/>
          </p:cNvSpPr>
          <p:nvPr/>
        </p:nvSpPr>
        <p:spPr>
          <a:xfrm>
            <a:off x="6493209" y="1971560"/>
            <a:ext cx="1305690" cy="459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 i="0" u="none" cap="none">
                <a:ln>
                  <a:noFill/>
                </a:ln>
                <a:solidFill>
                  <a:srgbClr val="912C8D"/>
                </a:solidFill>
                <a:latin typeface="微软雅黑"/>
                <a:ea typeface="微软雅黑"/>
                <a:cs typeface="微软雅黑"/>
              </a:rPr>
              <a:t>49</a:t>
            </a:r>
            <a:endParaRPr sz="2000" b="1" i="0" u="none" cap="none">
              <a:ln>
                <a:noFill/>
              </a:ln>
              <a:solidFill>
                <a:srgbClr val="912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5" name="文本框 104"/>
          <p:cNvSpPr>
            <a:spLocks noGrp="1"/>
          </p:cNvSpPr>
          <p:nvPr/>
        </p:nvSpPr>
        <p:spPr>
          <a:xfrm>
            <a:off x="6478219" y="1573843"/>
            <a:ext cx="130569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zh-CN" sz="2000" b="1" i="0" u="none" cap="none">
                <a:ln>
                  <a:noFill/>
                </a:ln>
                <a:solidFill>
                  <a:srgbClr val="912C8D"/>
                </a:solidFill>
                <a:latin typeface="微软雅黑"/>
                <a:ea typeface="微软雅黑"/>
                <a:cs typeface="微软雅黑"/>
              </a:rPr>
              <a:t>克隆</a:t>
            </a:r>
            <a:endParaRPr lang="zh-CN" sz="2000" b="1" i="0" u="none" cap="none">
              <a:ln>
                <a:noFill/>
              </a:ln>
              <a:solidFill>
                <a:srgbClr val="912C8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7" name="文本框 106"/>
          <p:cNvSpPr>
            <a:spLocks noGrp="1"/>
          </p:cNvSpPr>
          <p:nvPr/>
        </p:nvSpPr>
        <p:spPr>
          <a:xfrm>
            <a:off x="8136657" y="1971560"/>
            <a:ext cx="130569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 i="0" u="none" cap="none">
                <a:ln>
                  <a:noFill/>
                </a:ln>
                <a:solidFill>
                  <a:srgbClr val="68A4C6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lang="en-US" sz="2000" b="1" i="0" u="none" cap="none">
                <a:ln>
                  <a:noFill/>
                </a:ln>
                <a:solidFill>
                  <a:srgbClr val="68A4C6"/>
                </a:solidFill>
                <a:latin typeface="微软雅黑"/>
                <a:ea typeface="微软雅黑"/>
                <a:cs typeface="微软雅黑"/>
              </a:rPr>
              <a:t>7</a:t>
            </a:r>
            <a:endParaRPr lang="en-US" sz="2000" b="1" i="0" u="none" cap="none">
              <a:ln>
                <a:noFill/>
              </a:ln>
              <a:solidFill>
                <a:srgbClr val="68A4C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8" name="文本框 107"/>
          <p:cNvSpPr>
            <a:spLocks noGrp="1"/>
          </p:cNvSpPr>
          <p:nvPr/>
        </p:nvSpPr>
        <p:spPr>
          <a:xfrm>
            <a:off x="8121667" y="1573843"/>
            <a:ext cx="1305690" cy="459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 i="0" u="none" cap="none">
                <a:ln>
                  <a:noFill/>
                </a:ln>
                <a:solidFill>
                  <a:srgbClr val="68A4C6"/>
                </a:solidFill>
                <a:latin typeface="微软雅黑"/>
                <a:ea typeface="微软雅黑"/>
                <a:cs typeface="微软雅黑"/>
              </a:rPr>
              <a:t>二创</a:t>
            </a:r>
            <a:endParaRPr sz="2000" b="1" i="0" u="none" cap="none">
              <a:ln>
                <a:noFill/>
              </a:ln>
              <a:solidFill>
                <a:srgbClr val="68A4C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3" name="文本框 112"/>
          <p:cNvSpPr>
            <a:spLocks noGrp="1"/>
          </p:cNvSpPr>
          <p:nvPr/>
        </p:nvSpPr>
        <p:spPr>
          <a:xfrm>
            <a:off x="9916700" y="1971560"/>
            <a:ext cx="1305690" cy="459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>
                <a:solidFill>
                  <a:srgbClr val="68A4C6"/>
                </a:solidFill>
                <a:latin typeface="微软雅黑"/>
                <a:ea typeface="微软雅黑"/>
                <a:cs typeface="微软雅黑"/>
              </a:rPr>
              <a:t>76</a:t>
            </a:r>
            <a:endParaRPr sz="2000" b="1">
              <a:solidFill>
                <a:srgbClr val="68A4C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4" name="文本框 113"/>
          <p:cNvSpPr>
            <a:spLocks noGrp="1"/>
          </p:cNvSpPr>
          <p:nvPr/>
        </p:nvSpPr>
        <p:spPr>
          <a:xfrm>
            <a:off x="9901710" y="1573843"/>
            <a:ext cx="1305690" cy="459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 i="0" u="none" cap="none">
                <a:ln>
                  <a:noFill/>
                </a:ln>
                <a:solidFill>
                  <a:srgbClr val="68A4C6"/>
                </a:solidFill>
                <a:latin typeface="微软雅黑"/>
                <a:ea typeface="微软雅黑"/>
                <a:cs typeface="微软雅黑"/>
              </a:rPr>
              <a:t>封面</a:t>
            </a:r>
            <a:endParaRPr sz="2000" b="1" i="0" u="none" cap="none">
              <a:ln>
                <a:noFill/>
              </a:ln>
              <a:solidFill>
                <a:srgbClr val="68A4C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5" name="直线连接符 114"/>
          <p:cNvSpPr>
            <a:spLocks noGrp="1"/>
          </p:cNvSpPr>
          <p:nvPr/>
        </p:nvSpPr>
        <p:spPr>
          <a:xfrm>
            <a:off x="7952788" y="1669679"/>
            <a:ext cx="0" cy="6385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7" name="直线连接符 116"/>
          <p:cNvSpPr>
            <a:spLocks noGrp="1"/>
          </p:cNvSpPr>
          <p:nvPr/>
        </p:nvSpPr>
        <p:spPr>
          <a:xfrm>
            <a:off x="9732829" y="1669679"/>
            <a:ext cx="0" cy="6385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20" name="椭圆 119"/>
          <p:cNvSpPr>
            <a:spLocks noGrp="1"/>
          </p:cNvSpPr>
          <p:nvPr/>
        </p:nvSpPr>
        <p:spPr>
          <a:xfrm>
            <a:off x="6162679" y="2940338"/>
            <a:ext cx="772985" cy="77298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 i="0" u="none" cap="none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000" b="1" i="0" u="none" cap="none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1" name="文本框 120"/>
          <p:cNvSpPr>
            <a:spLocks noGrp="1"/>
          </p:cNvSpPr>
          <p:nvPr/>
        </p:nvSpPr>
        <p:spPr>
          <a:xfrm>
            <a:off x="7107103" y="2873484"/>
            <a:ext cx="3944728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sz="2000" b="1">
                <a:solidFill>
                  <a:srgbClr val="912C8D"/>
                </a:solidFill>
                <a:latin typeface="微软雅黑"/>
                <a:ea typeface="微软雅黑"/>
                <a:cs typeface="微软雅黑"/>
              </a:rPr>
              <a:t>瀑布流游戏推荐</a:t>
            </a:r>
            <a:endParaRPr sz="2000" b="1">
              <a:solidFill>
                <a:srgbClr val="912C8D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首页支持推荐轨、搜索、分类筛选和纵向滑动 feed；每张卡片进入真实游戏页。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小李PPT1"/>
          <p:cNvSpPr>
            <a:spLocks noGrp="1"/>
          </p:cNvSpPr>
          <p:nvPr/>
        </p:nvSpPr>
        <p:spPr>
          <a:xfrm>
            <a:off x="363836" y="244861"/>
            <a:ext cx="461581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500"/>
              </a:spcAft>
              <a:buNone/>
            </a:pPr>
            <a:r>
              <a:rPr sz="2800" b="1">
                <a:solidFill>
                  <a:srgbClr val="6C2280"/>
                </a:solidFill>
                <a:latin typeface="微软雅黑"/>
                <a:ea typeface="微软雅黑"/>
                <a:cs typeface="微软雅黑"/>
              </a:rPr>
              <a:t>核心体验：</a:t>
            </a:r>
            <a:r>
              <a:rPr lang="zh-CN" sz="2800" b="1">
                <a:solidFill>
                  <a:srgbClr val="6C2280"/>
                </a:solidFill>
                <a:latin typeface="微软雅黑"/>
                <a:ea typeface="微软雅黑"/>
                <a:cs typeface="微软雅黑"/>
              </a:rPr>
              <a:t>瀑布流</a:t>
            </a:r>
            <a:r>
              <a:rPr sz="2800" b="1">
                <a:solidFill>
                  <a:srgbClr val="6C2280"/>
                </a:solidFill>
                <a:latin typeface="微软雅黑"/>
                <a:ea typeface="微软雅黑"/>
                <a:cs typeface="微软雅黑"/>
              </a:rPr>
              <a:t>、Feed</a:t>
            </a:r>
            <a:r>
              <a:rPr lang="zh-CN" sz="2800" b="1">
                <a:solidFill>
                  <a:srgbClr val="6C2280"/>
                </a:solidFill>
                <a:latin typeface="微软雅黑"/>
                <a:ea typeface="微软雅黑"/>
                <a:cs typeface="微软雅黑"/>
              </a:rPr>
              <a:t>流</a:t>
            </a:r>
            <a:endParaRPr lang="zh-CN" sz="2800" b="1">
              <a:solidFill>
                <a:srgbClr val="6C2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直线连接符 3"/>
          <p:cNvSpPr>
            <a:spLocks noGrp="1"/>
          </p:cNvSpPr>
          <p:nvPr/>
        </p:nv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143" name="图片 50"/>
          <p:cNvPicPr>
            <a:picLocks noChangeAspect="1"/>
          </p:cNvPicPr>
          <p:nvPr/>
        </p:nvPicPr>
        <p:blipFill rotWithShape="1">
          <a:blip r:embed="rId1"/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28" name="椭圆 27"/>
          <p:cNvSpPr>
            <a:spLocks noGrp="1"/>
          </p:cNvSpPr>
          <p:nvPr/>
        </p:nvSpPr>
        <p:spPr>
          <a:xfrm>
            <a:off x="6162679" y="4663686"/>
            <a:ext cx="772985" cy="772985"/>
          </a:xfrm>
          <a:prstGeom prst="ellipse">
            <a:avLst/>
          </a:prstGeom>
          <a:solidFill>
            <a:srgbClr val="68A4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2000" b="1" i="0" u="none" cap="none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000" b="1" i="0" u="none" cap="none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文本框 28"/>
          <p:cNvSpPr>
            <a:spLocks noGrp="1"/>
          </p:cNvSpPr>
          <p:nvPr/>
        </p:nvSpPr>
        <p:spPr>
          <a:xfrm>
            <a:off x="7107103" y="4596832"/>
            <a:ext cx="3944728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2000" b="1">
                <a:solidFill>
                  <a:srgbClr val="68A4C6"/>
                </a:solidFill>
                <a:latin typeface="微软雅黑"/>
                <a:ea typeface="微软雅黑"/>
                <a:cs typeface="微软雅黑"/>
              </a:rPr>
              <a:t>Feed</a:t>
            </a:r>
            <a:r>
              <a:rPr lang="zh-CN" altLang="en-US" sz="2000" b="1">
                <a:solidFill>
                  <a:srgbClr val="68A4C6"/>
                </a:solidFill>
                <a:latin typeface="微软雅黑"/>
                <a:ea typeface="微软雅黑"/>
                <a:cs typeface="微软雅黑"/>
              </a:rPr>
              <a:t>流刷游戏</a:t>
            </a:r>
            <a:endParaRPr sz="2000" b="1">
              <a:solidFill>
                <a:srgbClr val="68A4C6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0000"/>
              </a:lnSpc>
              <a:buNone/>
            </a:pPr>
            <a:r>
              <a: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接入 remix_harness_server 后可 draft、preview、publish；离线时仍有明确状态提示。</a:t>
            </a:r>
            <a:endParaRPr sz="140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1016000"/>
            <a:ext cx="2884170" cy="5181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030" y="1556385"/>
            <a:ext cx="2681605" cy="5034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5" y="-27305"/>
            <a:ext cx="3012440" cy="6858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0" y="-27305"/>
            <a:ext cx="299466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775" y="-27305"/>
            <a:ext cx="3002915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435" y="-27305"/>
            <a:ext cx="2955925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840595" y="620395"/>
            <a:ext cx="2509520" cy="15944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数十款已有的</a:t>
            </a:r>
            <a:r>
              <a:rPr lang="en-US" altLang="zh-CN"/>
              <a:t>fake</a:t>
            </a:r>
            <a:r>
              <a:rPr lang="zh-CN" altLang="en-US"/>
              <a:t>游戏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0550" y="2564765"/>
            <a:ext cx="2849880" cy="42627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" name="文本框 24"/>
          <p:cNvSpPr>
            <a:spLocks noGrp="1"/>
          </p:cNvSpPr>
          <p:nvPr/>
        </p:nvSpPr>
        <p:spPr>
          <a:xfrm>
            <a:off x="1711059" y="5790599"/>
            <a:ext cx="2954655" cy="4292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代表性游戏封面</a:t>
            </a:r>
            <a:endParaRPr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小李PPT1"/>
          <p:cNvSpPr>
            <a:spLocks noGrp="1"/>
          </p:cNvSpPr>
          <p:nvPr/>
        </p:nvSpPr>
        <p:spPr>
          <a:xfrm>
            <a:off x="363836" y="244861"/>
            <a:ext cx="448119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buNone/>
            </a:pPr>
            <a:r>
              <a:rPr sz="2800" b="1">
                <a:solidFill>
                  <a:srgbClr val="6C2280"/>
                </a:solidFill>
                <a:latin typeface="微软雅黑"/>
                <a:ea typeface="微软雅黑"/>
                <a:cs typeface="微软雅黑"/>
              </a:rPr>
              <a:t>核心体验：Remix</a:t>
            </a:r>
            <a:r>
              <a:rPr lang="en-US" sz="2800" b="1">
                <a:solidFill>
                  <a:srgbClr val="6C2280"/>
                </a:solidFill>
                <a:latin typeface="微软雅黑"/>
                <a:ea typeface="微软雅黑"/>
                <a:cs typeface="微软雅黑"/>
              </a:rPr>
              <a:t> a </a:t>
            </a:r>
            <a:r>
              <a:rPr lang="en-US" sz="2800" b="1">
                <a:solidFill>
                  <a:srgbClr val="6C2280"/>
                </a:solidFill>
                <a:latin typeface="微软雅黑"/>
                <a:ea typeface="微软雅黑"/>
                <a:cs typeface="微软雅黑"/>
              </a:rPr>
              <a:t>Game</a:t>
            </a:r>
            <a:endParaRPr lang="en-US" sz="2800" b="1">
              <a:solidFill>
                <a:srgbClr val="6C22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直线连接符 3"/>
          <p:cNvSpPr>
            <a:spLocks noGrp="1"/>
          </p:cNvSpPr>
          <p:nvPr/>
        </p:nv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143" name="图片 50"/>
          <p:cNvPicPr>
            <a:picLocks noChangeAspect="1"/>
          </p:cNvPicPr>
          <p:nvPr/>
        </p:nvPicPr>
        <p:blipFill rotWithShape="1">
          <a:blip r:embed="rId1"/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685" y="1040765"/>
            <a:ext cx="2941320" cy="57245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915" y="1031875"/>
            <a:ext cx="3117850" cy="57245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325" y="1030605"/>
            <a:ext cx="3115310" cy="57397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91135" y="12687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从最近狠火的</a:t>
            </a:r>
            <a:r>
              <a:rPr lang="en-US" altLang="zh-CN"/>
              <a:t>SBTI </a:t>
            </a:r>
            <a:r>
              <a:rPr lang="en-US" altLang="zh-CN"/>
              <a:t>Remix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80" y="1772920"/>
            <a:ext cx="2021840" cy="4805680"/>
          </a:xfrm>
          <a:prstGeom prst="rect">
            <a:avLst/>
          </a:prstGeom>
        </p:spPr>
      </p:pic>
      <p:pic>
        <p:nvPicPr>
          <p:cNvPr id="3" name="图片 2" descr="1078747741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63750" y="299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1265774611&quot;}"/>
</p:tagLst>
</file>

<file path=ppt/theme/theme1.xml><?xml version="1.0" encoding="utf-8"?>
<a:theme xmlns:a="http://schemas.openxmlformats.org/drawingml/2006/main" name="1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1高级商务蓝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1高级商务蓝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1高级商务蓝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1高级商务蓝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1高级商务蓝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1_Office 主题​​">
  <a:themeElements>
    <a:clrScheme name="自定义 20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637E9"/>
      </a:accent1>
      <a:accent2>
        <a:srgbClr val="00B0F0"/>
      </a:accent2>
      <a:accent3>
        <a:srgbClr val="00B0F0"/>
      </a:accent3>
      <a:accent4>
        <a:srgbClr val="47BAFF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2">
      <a:majorFont>
        <a:latin typeface="HarmonyOS Sans SC Black"/>
        <a:ea typeface="HarmonyOS Sans SC Black"/>
        <a:cs typeface=""/>
      </a:majorFont>
      <a:minorFont>
        <a:latin typeface="HarmonyOS Sans SC"/>
        <a:ea typeface="HarmonyOS Sans SC"/>
        <a:cs typeface=""/>
      </a:minorFont>
    </a:fontScheme>
    <a:fmtScheme name="自定义 20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1高级商务蓝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主题​​">
  <a:themeElements>
    <a:clrScheme name="01高级商务蓝配色">
      <a:dk1>
        <a:srgbClr val="000000"/>
      </a:dk1>
      <a:lt1>
        <a:srgbClr val="FFFFFF"/>
      </a:lt1>
      <a:dk2>
        <a:srgbClr val="3C3652"/>
      </a:dk2>
      <a:lt2>
        <a:srgbClr val="FFFFFF"/>
      </a:lt2>
      <a:accent1>
        <a:srgbClr val="912C8D"/>
      </a:accent1>
      <a:accent2>
        <a:srgbClr val="7561D6"/>
      </a:accent2>
      <a:accent3>
        <a:srgbClr val="68A4C6"/>
      </a:accent3>
      <a:accent4>
        <a:srgbClr val="6A69B6"/>
      </a:accent4>
      <a:accent5>
        <a:srgbClr val="5199EA"/>
      </a:accent5>
      <a:accent6>
        <a:srgbClr val="5B84D8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01高级商务蓝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WPS 文字</Application>
  <PresentationFormat>Converted Presentation</PresentationFormat>
  <Paragraphs>40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4</vt:i4>
      </vt:variant>
    </vt:vector>
  </HeadingPairs>
  <TitlesOfParts>
    <vt:vector size="41" baseType="lpstr">
      <vt:lpstr>Arial</vt:lpstr>
      <vt:lpstr>宋体</vt:lpstr>
      <vt:lpstr>Wingdings</vt:lpstr>
      <vt:lpstr>Alibaba PuHuiTi</vt:lpstr>
      <vt:lpstr>Thonburi</vt:lpstr>
      <vt:lpstr>Arial</vt:lpstr>
      <vt:lpstr>Arial Black</vt:lpstr>
      <vt:lpstr>Montserrat Medium</vt:lpstr>
      <vt:lpstr>Montserrat</vt:lpstr>
      <vt:lpstr>微软雅黑 Light</vt:lpstr>
      <vt:lpstr>Open Sans</vt:lpstr>
      <vt:lpstr>HarmonyOS Sans SC</vt:lpstr>
      <vt:lpstr>OPPOSans B</vt:lpstr>
      <vt:lpstr>微软雅黑</vt:lpstr>
      <vt:lpstr>汉仪旗黑</vt:lpstr>
      <vt:lpstr>Impact</vt:lpstr>
      <vt:lpstr>等线</vt:lpstr>
      <vt:lpstr>汉仪中等线KW</vt:lpstr>
      <vt:lpstr>微软雅黑</vt:lpstr>
      <vt:lpstr>宋体</vt:lpstr>
      <vt:lpstr>Arial Unicode MS</vt:lpstr>
      <vt:lpstr>等线 Light</vt:lpstr>
      <vt:lpstr>汉仪书宋二KW</vt:lpstr>
      <vt:lpstr>汉仪中黑KW</vt:lpstr>
      <vt:lpstr>HarmonyOS Sans SC Black</vt:lpstr>
      <vt:lpstr>苹方-简</vt:lpstr>
      <vt:lpstr>Calibri</vt:lpstr>
      <vt:lpstr>Helvetica Neue</vt:lpstr>
      <vt:lpstr>Impact</vt:lpstr>
      <vt:lpstr>微软雅黑</vt:lpstr>
      <vt:lpstr>1_Office 主题​​</vt:lpstr>
      <vt:lpstr>2_Office 主题​​</vt:lpstr>
      <vt:lpstr>3_Office 主题​​</vt:lpstr>
      <vt:lpstr>6_Office 主题​​</vt:lpstr>
      <vt:lpstr>8_Office 主题​​</vt:lpstr>
      <vt:lpstr>11_Office 主题​​</vt:lpstr>
      <vt:lpstr>5_Office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21373219-胡斌</cp:lastModifiedBy>
  <cp:revision>2</cp:revision>
  <dcterms:created xsi:type="dcterms:W3CDTF">2026-06-17T06:03:39Z</dcterms:created>
  <dcterms:modified xsi:type="dcterms:W3CDTF">2026-06-17T06:03:39Z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BDEE762AB7A6FFBFC736326A19D0865F_42</vt:lpwstr>
  </property>
</Properties>
</file>